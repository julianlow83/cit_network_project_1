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7"/>
  </p:notesMasterIdLst>
  <p:sldIdLst>
    <p:sldId id="256" r:id="rId2"/>
    <p:sldId id="257" r:id="rId3"/>
    <p:sldId id="271" r:id="rId4"/>
    <p:sldId id="258" r:id="rId5"/>
    <p:sldId id="259" r:id="rId6"/>
    <p:sldId id="260" r:id="rId7"/>
    <p:sldId id="261" r:id="rId8"/>
    <p:sldId id="262" r:id="rId9"/>
    <p:sldId id="263" r:id="rId10"/>
    <p:sldId id="264" r:id="rId11"/>
    <p:sldId id="265" r:id="rId12"/>
    <p:sldId id="266" r:id="rId13"/>
    <p:sldId id="267" r:id="rId14"/>
    <p:sldId id="268" r:id="rId15"/>
    <p:sldId id="269" r:id="rId16"/>
  </p:sldIdLst>
  <p:sldSz cx="12192000" cy="6858000"/>
  <p:notesSz cx="6858000" cy="9144000"/>
  <p:embeddedFontLst>
    <p:embeddedFont>
      <p:font typeface="Rajdhani" panose="020B0604020202020204" charset="0"/>
      <p:regular r:id="rId18"/>
      <p:bold r:id="rId19"/>
    </p:embeddedFont>
    <p:embeddedFont>
      <p:font typeface="Space Grotesk" panose="020B0604020202020204" charset="0"/>
      <p:regular r:id="rId20"/>
      <p:bold r:id="rId2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3563" dt="2026-09-24T09:23:39.290"/>
    <p1510:client id="{06F66DA3-3C77-E3FF-3369-B2CDC0E6D408}" v="11" dt="2026-09-24T07:16:07.648"/>
    <p1510:client id="{E49F51EB-7E70-6828-81D1-B0BBA3896184}" v="134" dt="2026-09-24T08:20:31.893"/>
    <p1510:client id="{F85BF554-8F0E-9773-9654-31BC8F27E74E}" v="227" dt="2026-09-23T17:33:10.83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ow, Julian [Student]" userId="S::cit297880@students.cit.edu.au::670550f4-1a87-41db-a570-05d874fb8438" providerId="AD" clId="Web-{06F66DA3-3C77-E3FF-3369-B2CDC0E6D408}"/>
    <pc:docChg chg="modSld">
      <pc:chgData name="Low, Julian [Student]" userId="S::cit297880@students.cit.edu.au::670550f4-1a87-41db-a570-05d874fb8438" providerId="AD" clId="Web-{06F66DA3-3C77-E3FF-3369-B2CDC0E6D408}" dt="2026-09-24T07:16:07.648" v="8" actId="1076"/>
      <pc:docMkLst>
        <pc:docMk/>
      </pc:docMkLst>
      <pc:sldChg chg="addSp delSp modSp">
        <pc:chgData name="Low, Julian [Student]" userId="S::cit297880@students.cit.edu.au::670550f4-1a87-41db-a570-05d874fb8438" providerId="AD" clId="Web-{06F66DA3-3C77-E3FF-3369-B2CDC0E6D408}" dt="2026-09-24T07:16:07.648" v="8" actId="1076"/>
        <pc:sldMkLst>
          <pc:docMk/>
          <pc:sldMk cId="0" sldId="266"/>
        </pc:sldMkLst>
        <pc:picChg chg="add mod">
          <ac:chgData name="Low, Julian [Student]" userId="S::cit297880@students.cit.edu.au::670550f4-1a87-41db-a570-05d874fb8438" providerId="AD" clId="Web-{06F66DA3-3C77-E3FF-3369-B2CDC0E6D408}" dt="2026-09-24T07:16:07.648" v="8" actId="1076"/>
          <ac:picMkLst>
            <pc:docMk/>
            <pc:sldMk cId="0" sldId="266"/>
            <ac:picMk id="2" creationId="{FF82C75E-23C0-9000-44BD-0F598E98AEB7}"/>
          </ac:picMkLst>
        </pc:picChg>
        <pc:picChg chg="del">
          <ac:chgData name="Low, Julian [Student]" userId="S::cit297880@students.cit.edu.au::670550f4-1a87-41db-a570-05d874fb8438" providerId="AD" clId="Web-{06F66DA3-3C77-E3FF-3369-B2CDC0E6D408}" dt="2026-09-24T06:52:19.550" v="0"/>
          <ac:picMkLst>
            <pc:docMk/>
            <pc:sldMk cId="0" sldId="266"/>
            <ac:picMk id="8" creationId="{A5F1180E-F9A1-8920-8946-9A43D99D0F59}"/>
          </ac:picMkLst>
        </pc:picChg>
      </pc:sldChg>
      <pc:sldChg chg="addSp modSp">
        <pc:chgData name="Low, Julian [Student]" userId="S::cit297880@students.cit.edu.au::670550f4-1a87-41db-a570-05d874fb8438" providerId="AD" clId="Web-{06F66DA3-3C77-E3FF-3369-B2CDC0E6D408}" dt="2026-09-24T07:15:40.429" v="3" actId="1076"/>
        <pc:sldMkLst>
          <pc:docMk/>
          <pc:sldMk cId="0" sldId="267"/>
        </pc:sldMkLst>
        <pc:picChg chg="add mod">
          <ac:chgData name="Low, Julian [Student]" userId="S::cit297880@students.cit.edu.au::670550f4-1a87-41db-a570-05d874fb8438" providerId="AD" clId="Web-{06F66DA3-3C77-E3FF-3369-B2CDC0E6D408}" dt="2026-09-24T07:15:40.429" v="3" actId="1076"/>
          <ac:picMkLst>
            <pc:docMk/>
            <pc:sldMk cId="0" sldId="267"/>
            <ac:picMk id="2" creationId="{14E90D64-A4F3-8498-5236-1BBF761BA86B}"/>
          </ac:picMkLst>
        </pc:picChg>
      </pc:sldChg>
    </pc:docChg>
  </pc:docChgLst>
  <pc:docChgLst>
    <pc:chgData name="Low, Julian [Student]" userId="S::cit297880@students.cit.edu.au::670550f4-1a87-41db-a570-05d874fb8438" providerId="AD" clId="Web-{00000000-0000-0000-0000-000000000000}"/>
    <pc:docChg chg="addSld delSld modSld sldOrd">
      <pc:chgData name="Low, Julian [Student]" userId="S::cit297880@students.cit.edu.au::670550f4-1a87-41db-a570-05d874fb8438" providerId="AD" clId="Web-{00000000-0000-0000-0000-000000000000}" dt="2026-09-24T09:23:39.290" v="2084" actId="1076"/>
      <pc:docMkLst>
        <pc:docMk/>
      </pc:docMkLst>
      <pc:sldChg chg="modSp">
        <pc:chgData name="Low, Julian [Student]" userId="S::cit297880@students.cit.edu.au::670550f4-1a87-41db-a570-05d874fb8438" providerId="AD" clId="Web-{00000000-0000-0000-0000-000000000000}" dt="2026-09-24T08:33:17.915" v="2065" actId="20577"/>
        <pc:sldMkLst>
          <pc:docMk/>
          <pc:sldMk cId="0" sldId="257"/>
        </pc:sldMkLst>
        <pc:spChg chg="mod">
          <ac:chgData name="Low, Julian [Student]" userId="S::cit297880@students.cit.edu.au::670550f4-1a87-41db-a570-05d874fb8438" providerId="AD" clId="Web-{00000000-0000-0000-0000-000000000000}" dt="2026-09-22T10:42:13.389" v="1145" actId="20577"/>
          <ac:spMkLst>
            <pc:docMk/>
            <pc:sldMk cId="0" sldId="257"/>
            <ac:spMk id="125" creationId="{00000000-0000-0000-0000-000000000000}"/>
          </ac:spMkLst>
        </pc:spChg>
        <pc:spChg chg="mod">
          <ac:chgData name="Low, Julian [Student]" userId="S::cit297880@students.cit.edu.au::670550f4-1a87-41db-a570-05d874fb8438" providerId="AD" clId="Web-{00000000-0000-0000-0000-000000000000}" dt="2026-09-24T08:33:17.915" v="2065" actId="20577"/>
          <ac:spMkLst>
            <pc:docMk/>
            <pc:sldMk cId="0" sldId="257"/>
            <ac:spMk id="128" creationId="{00000000-0000-0000-0000-000000000000}"/>
          </ac:spMkLst>
        </pc:spChg>
      </pc:sldChg>
      <pc:sldChg chg="addSp delSp modSp">
        <pc:chgData name="Low, Julian [Student]" userId="S::cit297880@students.cit.edu.au::670550f4-1a87-41db-a570-05d874fb8438" providerId="AD" clId="Web-{00000000-0000-0000-0000-000000000000}" dt="2026-09-24T08:28:00.403" v="2059" actId="1076"/>
        <pc:sldMkLst>
          <pc:docMk/>
          <pc:sldMk cId="0" sldId="258"/>
        </pc:sldMkLst>
        <pc:spChg chg="mod">
          <ac:chgData name="Low, Julian [Student]" userId="S::cit297880@students.cit.edu.au::670550f4-1a87-41db-a570-05d874fb8438" providerId="AD" clId="Web-{00000000-0000-0000-0000-000000000000}" dt="2026-09-22T10:44:02.940" v="1165" actId="20577"/>
          <ac:spMkLst>
            <pc:docMk/>
            <pc:sldMk cId="0" sldId="258"/>
            <ac:spMk id="146" creationId="{00000000-0000-0000-0000-000000000000}"/>
          </ac:spMkLst>
        </pc:spChg>
        <pc:picChg chg="add del mod">
          <ac:chgData name="Low, Julian [Student]" userId="S::cit297880@students.cit.edu.au::670550f4-1a87-41db-a570-05d874fb8438" providerId="AD" clId="Web-{00000000-0000-0000-0000-000000000000}" dt="2026-09-24T08:26:06.368" v="2050"/>
          <ac:picMkLst>
            <pc:docMk/>
            <pc:sldMk cId="0" sldId="258"/>
            <ac:picMk id="2" creationId="{F195DFB7-5B59-259C-D481-4E625802B7E4}"/>
          </ac:picMkLst>
        </pc:picChg>
        <pc:picChg chg="add del mod">
          <ac:chgData name="Low, Julian [Student]" userId="S::cit297880@students.cit.edu.au::670550f4-1a87-41db-a570-05d874fb8438" providerId="AD" clId="Web-{00000000-0000-0000-0000-000000000000}" dt="2026-09-24T08:26:34.213" v="2052"/>
          <ac:picMkLst>
            <pc:docMk/>
            <pc:sldMk cId="0" sldId="258"/>
            <ac:picMk id="3" creationId="{41FFA6D5-1DD3-B725-5D83-A2640ECA348B}"/>
          </ac:picMkLst>
        </pc:picChg>
        <pc:picChg chg="add mod">
          <ac:chgData name="Low, Julian [Student]" userId="S::cit297880@students.cit.edu.au::670550f4-1a87-41db-a570-05d874fb8438" providerId="AD" clId="Web-{00000000-0000-0000-0000-000000000000}" dt="2026-09-24T08:28:00.403" v="2059" actId="1076"/>
          <ac:picMkLst>
            <pc:docMk/>
            <pc:sldMk cId="0" sldId="258"/>
            <ac:picMk id="4" creationId="{E3B3DAE6-927D-5B8F-19AD-A5C1FB10F3A5}"/>
          </ac:picMkLst>
        </pc:picChg>
      </pc:sldChg>
      <pc:sldChg chg="addSp delSp modSp">
        <pc:chgData name="Low, Julian [Student]" userId="S::cit297880@students.cit.edu.au::670550f4-1a87-41db-a570-05d874fb8438" providerId="AD" clId="Web-{00000000-0000-0000-0000-000000000000}" dt="2026-09-22T10:41:14.340" v="1141" actId="20577"/>
        <pc:sldMkLst>
          <pc:docMk/>
          <pc:sldMk cId="0" sldId="259"/>
        </pc:sldMkLst>
        <pc:spChg chg="mod">
          <ac:chgData name="Low, Julian [Student]" userId="S::cit297880@students.cit.edu.au::670550f4-1a87-41db-a570-05d874fb8438" providerId="AD" clId="Web-{00000000-0000-0000-0000-000000000000}" dt="2026-09-22T09:42:27.494" v="80" actId="1076"/>
          <ac:spMkLst>
            <pc:docMk/>
            <pc:sldMk cId="0" sldId="259"/>
            <ac:spMk id="156" creationId="{00000000-0000-0000-0000-000000000000}"/>
          </ac:spMkLst>
        </pc:spChg>
        <pc:spChg chg="mod">
          <ac:chgData name="Low, Julian [Student]" userId="S::cit297880@students.cit.edu.au::670550f4-1a87-41db-a570-05d874fb8438" providerId="AD" clId="Web-{00000000-0000-0000-0000-000000000000}" dt="2026-09-22T10:41:14.340" v="1141" actId="20577"/>
          <ac:spMkLst>
            <pc:docMk/>
            <pc:sldMk cId="0" sldId="259"/>
            <ac:spMk id="163" creationId="{00000000-0000-0000-0000-000000000000}"/>
          </ac:spMkLst>
        </pc:spChg>
        <pc:spChg chg="mod">
          <ac:chgData name="Low, Julian [Student]" userId="S::cit297880@students.cit.edu.au::670550f4-1a87-41db-a570-05d874fb8438" providerId="AD" clId="Web-{00000000-0000-0000-0000-000000000000}" dt="2026-09-22T09:42:33.463" v="81" actId="1076"/>
          <ac:spMkLst>
            <pc:docMk/>
            <pc:sldMk cId="0" sldId="259"/>
            <ac:spMk id="166" creationId="{00000000-0000-0000-0000-000000000000}"/>
          </ac:spMkLst>
        </pc:spChg>
        <pc:spChg chg="mod">
          <ac:chgData name="Low, Julian [Student]" userId="S::cit297880@students.cit.edu.au::670550f4-1a87-41db-a570-05d874fb8438" providerId="AD" clId="Web-{00000000-0000-0000-0000-000000000000}" dt="2026-09-22T09:43:07.621" v="85" actId="20577"/>
          <ac:spMkLst>
            <pc:docMk/>
            <pc:sldMk cId="0" sldId="259"/>
            <ac:spMk id="167" creationId="{00000000-0000-0000-0000-000000000000}"/>
          </ac:spMkLst>
        </pc:spChg>
        <pc:picChg chg="add mod">
          <ac:chgData name="Low, Julian [Student]" userId="S::cit297880@students.cit.edu.au::670550f4-1a87-41db-a570-05d874fb8438" providerId="AD" clId="Web-{00000000-0000-0000-0000-000000000000}" dt="2026-09-22T09:45:20.829" v="100" actId="1076"/>
          <ac:picMkLst>
            <pc:docMk/>
            <pc:sldMk cId="0" sldId="259"/>
            <ac:picMk id="2" creationId="{C1067585-0987-675E-9240-1B0AAF3A477B}"/>
          </ac:picMkLst>
        </pc:picChg>
      </pc:sldChg>
      <pc:sldChg chg="addSp modSp">
        <pc:chgData name="Low, Julian [Student]" userId="S::cit297880@students.cit.edu.au::670550f4-1a87-41db-a570-05d874fb8438" providerId="AD" clId="Web-{00000000-0000-0000-0000-000000000000}" dt="2026-09-22T10:40:34.073" v="1139" actId="20577"/>
        <pc:sldMkLst>
          <pc:docMk/>
          <pc:sldMk cId="0" sldId="260"/>
        </pc:sldMkLst>
        <pc:spChg chg="mod">
          <ac:chgData name="Low, Julian [Student]" userId="S::cit297880@students.cit.edu.au::670550f4-1a87-41db-a570-05d874fb8438" providerId="AD" clId="Web-{00000000-0000-0000-0000-000000000000}" dt="2026-09-22T10:40:34.073" v="1139" actId="20577"/>
          <ac:spMkLst>
            <pc:docMk/>
            <pc:sldMk cId="0" sldId="260"/>
            <ac:spMk id="184" creationId="{00000000-0000-0000-0000-000000000000}"/>
          </ac:spMkLst>
        </pc:spChg>
        <pc:picChg chg="add mod">
          <ac:chgData name="Low, Julian [Student]" userId="S::cit297880@students.cit.edu.au::670550f4-1a87-41db-a570-05d874fb8438" providerId="AD" clId="Web-{00000000-0000-0000-0000-000000000000}" dt="2026-09-22T09:44:18.795" v="88" actId="1076"/>
          <ac:picMkLst>
            <pc:docMk/>
            <pc:sldMk cId="0" sldId="260"/>
            <ac:picMk id="2" creationId="{95A565C2-3DB4-CB74-F7C6-829B8C77FAD3}"/>
          </ac:picMkLst>
        </pc:picChg>
      </pc:sldChg>
      <pc:sldChg chg="addSp delSp modSp">
        <pc:chgData name="Low, Julian [Student]" userId="S::cit297880@students.cit.edu.au::670550f4-1a87-41db-a570-05d874fb8438" providerId="AD" clId="Web-{00000000-0000-0000-0000-000000000000}" dt="2026-09-22T11:12:59.582" v="1568" actId="1076"/>
        <pc:sldMkLst>
          <pc:docMk/>
          <pc:sldMk cId="0" sldId="261"/>
        </pc:sldMkLst>
        <pc:spChg chg="add mod">
          <ac:chgData name="Low, Julian [Student]" userId="S::cit297880@students.cit.edu.au::670550f4-1a87-41db-a570-05d874fb8438" providerId="AD" clId="Web-{00000000-0000-0000-0000-000000000000}" dt="2026-09-22T09:50:18.669" v="325" actId="14100"/>
          <ac:spMkLst>
            <pc:docMk/>
            <pc:sldMk cId="0" sldId="261"/>
            <ac:spMk id="2" creationId="{D1D9B77D-FBFF-EBAA-BF09-D206273E4251}"/>
          </ac:spMkLst>
        </pc:spChg>
        <pc:spChg chg="add mod">
          <ac:chgData name="Low, Julian [Student]" userId="S::cit297880@students.cit.edu.au::670550f4-1a87-41db-a570-05d874fb8438" providerId="AD" clId="Web-{00000000-0000-0000-0000-000000000000}" dt="2026-09-22T09:50:15.403" v="324" actId="14100"/>
          <ac:spMkLst>
            <pc:docMk/>
            <pc:sldMk cId="0" sldId="261"/>
            <ac:spMk id="3" creationId="{3FBD06DE-0DB0-D3CF-FD8C-DF029A728D80}"/>
          </ac:spMkLst>
        </pc:spChg>
        <pc:spChg chg="add mod">
          <ac:chgData name="Low, Julian [Student]" userId="S::cit297880@students.cit.edu.au::670550f4-1a87-41db-a570-05d874fb8438" providerId="AD" clId="Web-{00000000-0000-0000-0000-000000000000}" dt="2026-09-22T09:50:12.935" v="323" actId="14100"/>
          <ac:spMkLst>
            <pc:docMk/>
            <pc:sldMk cId="0" sldId="261"/>
            <ac:spMk id="4" creationId="{08439DC1-CD30-E0DC-2450-B20A4D3EF56D}"/>
          </ac:spMkLst>
        </pc:spChg>
        <pc:spChg chg="add mod">
          <ac:chgData name="Low, Julian [Student]" userId="S::cit297880@students.cit.edu.au::670550f4-1a87-41db-a570-05d874fb8438" providerId="AD" clId="Web-{00000000-0000-0000-0000-000000000000}" dt="2026-09-22T09:50:10.825" v="322" actId="14100"/>
          <ac:spMkLst>
            <pc:docMk/>
            <pc:sldMk cId="0" sldId="261"/>
            <ac:spMk id="5" creationId="{E433B246-7868-0AE3-B5AB-C59F5FD86A6D}"/>
          </ac:spMkLst>
        </pc:spChg>
        <pc:spChg chg="add mod">
          <ac:chgData name="Low, Julian [Student]" userId="S::cit297880@students.cit.edu.au::670550f4-1a87-41db-a570-05d874fb8438" providerId="AD" clId="Web-{00000000-0000-0000-0000-000000000000}" dt="2026-09-22T09:53:29.113" v="499" actId="20577"/>
          <ac:spMkLst>
            <pc:docMk/>
            <pc:sldMk cId="0" sldId="261"/>
            <ac:spMk id="6" creationId="{98E8F310-2701-E54C-0851-BB7FE2E25B47}"/>
          </ac:spMkLst>
        </pc:spChg>
        <pc:spChg chg="add mod">
          <ac:chgData name="Low, Julian [Student]" userId="S::cit297880@students.cit.edu.au::670550f4-1a87-41db-a570-05d874fb8438" providerId="AD" clId="Web-{00000000-0000-0000-0000-000000000000}" dt="2026-09-22T09:51:01.483" v="346" actId="20577"/>
          <ac:spMkLst>
            <pc:docMk/>
            <pc:sldMk cId="0" sldId="261"/>
            <ac:spMk id="7" creationId="{2CB92846-858F-6C4E-3E0C-CA8E0D62F5C2}"/>
          </ac:spMkLst>
        </pc:spChg>
        <pc:spChg chg="add mod">
          <ac:chgData name="Low, Julian [Student]" userId="S::cit297880@students.cit.edu.au::670550f4-1a87-41db-a570-05d874fb8438" providerId="AD" clId="Web-{00000000-0000-0000-0000-000000000000}" dt="2026-09-22T09:52:19.080" v="417" actId="20577"/>
          <ac:spMkLst>
            <pc:docMk/>
            <pc:sldMk cId="0" sldId="261"/>
            <ac:spMk id="8" creationId="{955DB3A9-890F-68F7-FCC6-44F5FC28CCC0}"/>
          </ac:spMkLst>
        </pc:spChg>
        <pc:spChg chg="add mod">
          <ac:chgData name="Low, Julian [Student]" userId="S::cit297880@students.cit.edu.au::670550f4-1a87-41db-a570-05d874fb8438" providerId="AD" clId="Web-{00000000-0000-0000-0000-000000000000}" dt="2026-09-22T09:53:31.613" v="501" actId="20577"/>
          <ac:spMkLst>
            <pc:docMk/>
            <pc:sldMk cId="0" sldId="261"/>
            <ac:spMk id="9" creationId="{88AC019C-D0BB-7B73-640D-00903CD277EB}"/>
          </ac:spMkLst>
        </pc:spChg>
        <pc:spChg chg="add mod">
          <ac:chgData name="Low, Julian [Student]" userId="S::cit297880@students.cit.edu.au::670550f4-1a87-41db-a570-05d874fb8438" providerId="AD" clId="Web-{00000000-0000-0000-0000-000000000000}" dt="2026-09-22T09:50:06.481" v="314" actId="1076"/>
          <ac:spMkLst>
            <pc:docMk/>
            <pc:sldMk cId="0" sldId="261"/>
            <ac:spMk id="10" creationId="{75041BDB-C68C-80E5-D768-B919CF30B6A7}"/>
          </ac:spMkLst>
        </pc:spChg>
        <pc:spChg chg="add mod">
          <ac:chgData name="Low, Julian [Student]" userId="S::cit297880@students.cit.edu.au::670550f4-1a87-41db-a570-05d874fb8438" providerId="AD" clId="Web-{00000000-0000-0000-0000-000000000000}" dt="2026-09-22T09:52:31.471" v="435" actId="20577"/>
          <ac:spMkLst>
            <pc:docMk/>
            <pc:sldMk cId="0" sldId="261"/>
            <ac:spMk id="11" creationId="{C6A81E68-CB66-DC4D-DC53-C53F39E65887}"/>
          </ac:spMkLst>
        </pc:spChg>
        <pc:spChg chg="add mod">
          <ac:chgData name="Low, Julian [Student]" userId="S::cit297880@students.cit.edu.au::670550f4-1a87-41db-a570-05d874fb8438" providerId="AD" clId="Web-{00000000-0000-0000-0000-000000000000}" dt="2026-09-22T09:53:34.192" v="503" actId="20577"/>
          <ac:spMkLst>
            <pc:docMk/>
            <pc:sldMk cId="0" sldId="261"/>
            <ac:spMk id="12" creationId="{2BDC591D-196B-B7F4-1ABD-4D476E748E28}"/>
          </ac:spMkLst>
        </pc:spChg>
        <pc:spChg chg="add mod">
          <ac:chgData name="Low, Julian [Student]" userId="S::cit297880@students.cit.edu.au::670550f4-1a87-41db-a570-05d874fb8438" providerId="AD" clId="Web-{00000000-0000-0000-0000-000000000000}" dt="2026-09-22T09:50:06.778" v="317" actId="1076"/>
          <ac:spMkLst>
            <pc:docMk/>
            <pc:sldMk cId="0" sldId="261"/>
            <ac:spMk id="13" creationId="{55CF3A76-A5AD-392E-AC6D-BDA8D23E3113}"/>
          </ac:spMkLst>
        </pc:spChg>
        <pc:spChg chg="add mod">
          <ac:chgData name="Low, Julian [Student]" userId="S::cit297880@students.cit.edu.au::670550f4-1a87-41db-a570-05d874fb8438" providerId="AD" clId="Web-{00000000-0000-0000-0000-000000000000}" dt="2026-09-22T09:52:38.174" v="450" actId="20577"/>
          <ac:spMkLst>
            <pc:docMk/>
            <pc:sldMk cId="0" sldId="261"/>
            <ac:spMk id="14" creationId="{C70650C5-ADBF-8AD9-022F-3B13DE86D6EA}"/>
          </ac:spMkLst>
        </pc:spChg>
        <pc:spChg chg="add mod">
          <ac:chgData name="Low, Julian [Student]" userId="S::cit297880@students.cit.edu.au::670550f4-1a87-41db-a570-05d874fb8438" providerId="AD" clId="Web-{00000000-0000-0000-0000-000000000000}" dt="2026-09-22T09:53:40.176" v="505" actId="20577"/>
          <ac:spMkLst>
            <pc:docMk/>
            <pc:sldMk cId="0" sldId="261"/>
            <ac:spMk id="15" creationId="{B231F365-5C76-AEAC-07D9-310A8B786A1C}"/>
          </ac:spMkLst>
        </pc:spChg>
        <pc:spChg chg="add mod">
          <ac:chgData name="Low, Julian [Student]" userId="S::cit297880@students.cit.edu.au::670550f4-1a87-41db-a570-05d874fb8438" providerId="AD" clId="Web-{00000000-0000-0000-0000-000000000000}" dt="2026-09-22T09:50:07.028" v="320" actId="1076"/>
          <ac:spMkLst>
            <pc:docMk/>
            <pc:sldMk cId="0" sldId="261"/>
            <ac:spMk id="16" creationId="{03AD5B16-FDD1-3C74-4317-AF3C95CC75B2}"/>
          </ac:spMkLst>
        </pc:spChg>
        <pc:spChg chg="add mod">
          <ac:chgData name="Low, Julian [Student]" userId="S::cit297880@students.cit.edu.au::670550f4-1a87-41db-a570-05d874fb8438" providerId="AD" clId="Web-{00000000-0000-0000-0000-000000000000}" dt="2026-09-22T09:52:48.909" v="466" actId="20577"/>
          <ac:spMkLst>
            <pc:docMk/>
            <pc:sldMk cId="0" sldId="261"/>
            <ac:spMk id="17" creationId="{F020EC4A-322B-C87E-AB45-4C3903637E81}"/>
          </ac:spMkLst>
        </pc:spChg>
        <pc:spChg chg="add mod">
          <ac:chgData name="Low, Julian [Student]" userId="S::cit297880@students.cit.edu.au::670550f4-1a87-41db-a570-05d874fb8438" providerId="AD" clId="Web-{00000000-0000-0000-0000-000000000000}" dt="2026-09-22T11:11:20.313" v="1479" actId="1076"/>
          <ac:spMkLst>
            <pc:docMk/>
            <pc:sldMk cId="0" sldId="261"/>
            <ac:spMk id="18" creationId="{9B9A53CF-41EC-7B43-1033-7DF4AAB26F9E}"/>
          </ac:spMkLst>
        </pc:spChg>
        <pc:spChg chg="add mod">
          <ac:chgData name="Low, Julian [Student]" userId="S::cit297880@students.cit.edu.au::670550f4-1a87-41db-a570-05d874fb8438" providerId="AD" clId="Web-{00000000-0000-0000-0000-000000000000}" dt="2026-09-22T11:11:20.406" v="1480" actId="1076"/>
          <ac:spMkLst>
            <pc:docMk/>
            <pc:sldMk cId="0" sldId="261"/>
            <ac:spMk id="19" creationId="{DF41120B-A0BE-3F5B-4ADE-CE5ED17C7613}"/>
          </ac:spMkLst>
        </pc:spChg>
        <pc:spChg chg="add mod">
          <ac:chgData name="Low, Julian [Student]" userId="S::cit297880@students.cit.edu.au::670550f4-1a87-41db-a570-05d874fb8438" providerId="AD" clId="Web-{00000000-0000-0000-0000-000000000000}" dt="2026-09-22T11:11:20.484" v="1481" actId="1076"/>
          <ac:spMkLst>
            <pc:docMk/>
            <pc:sldMk cId="0" sldId="261"/>
            <ac:spMk id="20" creationId="{2FBAD28F-2187-6B80-CFD4-40643607CBB9}"/>
          </ac:spMkLst>
        </pc:spChg>
        <pc:spChg chg="add mod">
          <ac:chgData name="Low, Julian [Student]" userId="S::cit297880@students.cit.edu.au::670550f4-1a87-41db-a570-05d874fb8438" providerId="AD" clId="Web-{00000000-0000-0000-0000-000000000000}" dt="2026-09-22T11:11:20.578" v="1482" actId="1076"/>
          <ac:spMkLst>
            <pc:docMk/>
            <pc:sldMk cId="0" sldId="261"/>
            <ac:spMk id="21" creationId="{8025D8FC-C8DB-D25A-D80A-9BB81EBA76C5}"/>
          </ac:spMkLst>
        </pc:spChg>
        <pc:spChg chg="add mod">
          <ac:chgData name="Low, Julian [Student]" userId="S::cit297880@students.cit.edu.au::670550f4-1a87-41db-a570-05d874fb8438" providerId="AD" clId="Web-{00000000-0000-0000-0000-000000000000}" dt="2026-09-22T11:11:20.672" v="1483" actId="1076"/>
          <ac:spMkLst>
            <pc:docMk/>
            <pc:sldMk cId="0" sldId="261"/>
            <ac:spMk id="22" creationId="{7BD13A9F-C6D6-7501-7BB9-ABBFD8CDC4F6}"/>
          </ac:spMkLst>
        </pc:spChg>
        <pc:spChg chg="add mod">
          <ac:chgData name="Low, Julian [Student]" userId="S::cit297880@students.cit.edu.au::670550f4-1a87-41db-a570-05d874fb8438" providerId="AD" clId="Web-{00000000-0000-0000-0000-000000000000}" dt="2026-09-22T11:11:20.766" v="1484" actId="1076"/>
          <ac:spMkLst>
            <pc:docMk/>
            <pc:sldMk cId="0" sldId="261"/>
            <ac:spMk id="23" creationId="{9276EDDB-CF39-D4DD-6AF5-4C50DD1172A8}"/>
          </ac:spMkLst>
        </pc:spChg>
        <pc:spChg chg="add mod">
          <ac:chgData name="Low, Julian [Student]" userId="S::cit297880@students.cit.edu.au::670550f4-1a87-41db-a570-05d874fb8438" providerId="AD" clId="Web-{00000000-0000-0000-0000-000000000000}" dt="2026-09-22T11:11:20.859" v="1485" actId="1076"/>
          <ac:spMkLst>
            <pc:docMk/>
            <pc:sldMk cId="0" sldId="261"/>
            <ac:spMk id="24" creationId="{24F5EDC3-9D1C-AB32-B909-E1F61DC7BEF5}"/>
          </ac:spMkLst>
        </pc:spChg>
        <pc:spChg chg="add mod">
          <ac:chgData name="Low, Julian [Student]" userId="S::cit297880@students.cit.edu.au::670550f4-1a87-41db-a570-05d874fb8438" providerId="AD" clId="Web-{00000000-0000-0000-0000-000000000000}" dt="2026-09-22T11:11:20.938" v="1486" actId="1076"/>
          <ac:spMkLst>
            <pc:docMk/>
            <pc:sldMk cId="0" sldId="261"/>
            <ac:spMk id="25" creationId="{6390D545-FC23-7023-362B-A6C6824C42CC}"/>
          </ac:spMkLst>
        </pc:spChg>
        <pc:spChg chg="add mod">
          <ac:chgData name="Low, Julian [Student]" userId="S::cit297880@students.cit.edu.au::670550f4-1a87-41db-a570-05d874fb8438" providerId="AD" clId="Web-{00000000-0000-0000-0000-000000000000}" dt="2026-09-22T11:11:53.345" v="1517" actId="1076"/>
          <ac:spMkLst>
            <pc:docMk/>
            <pc:sldMk cId="0" sldId="261"/>
            <ac:spMk id="26" creationId="{F9CB749B-D3BB-7E63-EE63-CE20665D512B}"/>
          </ac:spMkLst>
        </pc:spChg>
        <pc:spChg chg="add mod">
          <ac:chgData name="Low, Julian [Student]" userId="S::cit297880@students.cit.edu.au::670550f4-1a87-41db-a570-05d874fb8438" providerId="AD" clId="Web-{00000000-0000-0000-0000-000000000000}" dt="2026-09-22T11:12:59.582" v="1568" actId="1076"/>
          <ac:spMkLst>
            <pc:docMk/>
            <pc:sldMk cId="0" sldId="261"/>
            <ac:spMk id="27" creationId="{F29C3E6D-CAC9-D8D3-081E-5F6C21B92B1E}"/>
          </ac:spMkLst>
        </pc:spChg>
        <pc:spChg chg="add mod">
          <ac:chgData name="Low, Julian [Student]" userId="S::cit297880@students.cit.edu.au::670550f4-1a87-41db-a570-05d874fb8438" providerId="AD" clId="Web-{00000000-0000-0000-0000-000000000000}" dt="2026-09-22T11:12:57.113" v="1567" actId="1076"/>
          <ac:spMkLst>
            <pc:docMk/>
            <pc:sldMk cId="0" sldId="261"/>
            <ac:spMk id="28" creationId="{AED5E230-B21D-AEEB-4125-855C17BB25EC}"/>
          </ac:spMkLst>
        </pc:spChg>
        <pc:spChg chg="mod">
          <ac:chgData name="Low, Julian [Student]" userId="S::cit297880@students.cit.edu.au::670550f4-1a87-41db-a570-05d874fb8438" providerId="AD" clId="Web-{00000000-0000-0000-0000-000000000000}" dt="2026-09-22T09:49:32.652" v="288" actId="14100"/>
          <ac:spMkLst>
            <pc:docMk/>
            <pc:sldMk cId="0" sldId="261"/>
            <ac:spMk id="194" creationId="{00000000-0000-0000-0000-000000000000}"/>
          </ac:spMkLst>
        </pc:spChg>
        <pc:spChg chg="mod">
          <ac:chgData name="Low, Julian [Student]" userId="S::cit297880@students.cit.edu.au::670550f4-1a87-41db-a570-05d874fb8438" providerId="AD" clId="Web-{00000000-0000-0000-0000-000000000000}" dt="2026-09-22T09:49:35.527" v="289" actId="14100"/>
          <ac:spMkLst>
            <pc:docMk/>
            <pc:sldMk cId="0" sldId="261"/>
            <ac:spMk id="195" creationId="{00000000-0000-0000-0000-000000000000}"/>
          </ac:spMkLst>
        </pc:spChg>
        <pc:spChg chg="mod">
          <ac:chgData name="Low, Julian [Student]" userId="S::cit297880@students.cit.edu.au::670550f4-1a87-41db-a570-05d874fb8438" providerId="AD" clId="Web-{00000000-0000-0000-0000-000000000000}" dt="2026-09-22T09:49:38.855" v="290" actId="14100"/>
          <ac:spMkLst>
            <pc:docMk/>
            <pc:sldMk cId="0" sldId="261"/>
            <ac:spMk id="196" creationId="{00000000-0000-0000-0000-000000000000}"/>
          </ac:spMkLst>
        </pc:spChg>
        <pc:spChg chg="mod">
          <ac:chgData name="Low, Julian [Student]" userId="S::cit297880@students.cit.edu.au::670550f4-1a87-41db-a570-05d874fb8438" providerId="AD" clId="Web-{00000000-0000-0000-0000-000000000000}" dt="2026-09-22T09:49:41.668" v="291" actId="14100"/>
          <ac:spMkLst>
            <pc:docMk/>
            <pc:sldMk cId="0" sldId="261"/>
            <ac:spMk id="197" creationId="{00000000-0000-0000-0000-000000000000}"/>
          </ac:spMkLst>
        </pc:spChg>
        <pc:spChg chg="mod">
          <ac:chgData name="Low, Julian [Student]" userId="S::cit297880@students.cit.edu.au::670550f4-1a87-41db-a570-05d874fb8438" providerId="AD" clId="Web-{00000000-0000-0000-0000-000000000000}" dt="2026-09-22T10:44:26.550" v="1173" actId="20577"/>
          <ac:spMkLst>
            <pc:docMk/>
            <pc:sldMk cId="0" sldId="261"/>
            <ac:spMk id="203" creationId="{00000000-0000-0000-0000-000000000000}"/>
          </ac:spMkLst>
        </pc:spChg>
        <pc:spChg chg="mod">
          <ac:chgData name="Low, Julian [Student]" userId="S::cit297880@students.cit.edu.au::670550f4-1a87-41db-a570-05d874fb8438" providerId="AD" clId="Web-{00000000-0000-0000-0000-000000000000}" dt="2026-09-22T09:49:29.355" v="276" actId="1076"/>
          <ac:spMkLst>
            <pc:docMk/>
            <pc:sldMk cId="0" sldId="261"/>
            <ac:spMk id="206" creationId="{00000000-0000-0000-0000-000000000000}"/>
          </ac:spMkLst>
        </pc:spChg>
        <pc:spChg chg="mod">
          <ac:chgData name="Low, Julian [Student]" userId="S::cit297880@students.cit.edu.au::670550f4-1a87-41db-a570-05d874fb8438" providerId="AD" clId="Web-{00000000-0000-0000-0000-000000000000}" dt="2026-09-22T09:49:29.433" v="277" actId="1076"/>
          <ac:spMkLst>
            <pc:docMk/>
            <pc:sldMk cId="0" sldId="261"/>
            <ac:spMk id="207" creationId="{00000000-0000-0000-0000-000000000000}"/>
          </ac:spMkLst>
        </pc:spChg>
        <pc:spChg chg="mod">
          <ac:chgData name="Low, Julian [Student]" userId="S::cit297880@students.cit.edu.au::670550f4-1a87-41db-a570-05d874fb8438" providerId="AD" clId="Web-{00000000-0000-0000-0000-000000000000}" dt="2026-09-22T09:51:32.156" v="353" actId="20577"/>
          <ac:spMkLst>
            <pc:docMk/>
            <pc:sldMk cId="0" sldId="261"/>
            <ac:spMk id="208" creationId="{00000000-0000-0000-0000-000000000000}"/>
          </ac:spMkLst>
        </pc:spChg>
        <pc:spChg chg="mod">
          <ac:chgData name="Low, Julian [Student]" userId="S::cit297880@students.cit.edu.au::670550f4-1a87-41db-a570-05d874fb8438" providerId="AD" clId="Web-{00000000-0000-0000-0000-000000000000}" dt="2026-09-22T09:49:29.605" v="279" actId="1076"/>
          <ac:spMkLst>
            <pc:docMk/>
            <pc:sldMk cId="0" sldId="261"/>
            <ac:spMk id="209" creationId="{00000000-0000-0000-0000-000000000000}"/>
          </ac:spMkLst>
        </pc:spChg>
        <pc:spChg chg="mod">
          <ac:chgData name="Low, Julian [Student]" userId="S::cit297880@students.cit.edu.au::670550f4-1a87-41db-a570-05d874fb8438" providerId="AD" clId="Web-{00000000-0000-0000-0000-000000000000}" dt="2026-09-22T09:49:29.683" v="280" actId="1076"/>
          <ac:spMkLst>
            <pc:docMk/>
            <pc:sldMk cId="0" sldId="261"/>
            <ac:spMk id="210" creationId="{00000000-0000-0000-0000-000000000000}"/>
          </ac:spMkLst>
        </pc:spChg>
        <pc:spChg chg="mod">
          <ac:chgData name="Low, Julian [Student]" userId="S::cit297880@students.cit.edu.au::670550f4-1a87-41db-a570-05d874fb8438" providerId="AD" clId="Web-{00000000-0000-0000-0000-000000000000}" dt="2026-09-22T09:51:53.798" v="377" actId="20577"/>
          <ac:spMkLst>
            <pc:docMk/>
            <pc:sldMk cId="0" sldId="261"/>
            <ac:spMk id="211" creationId="{00000000-0000-0000-0000-000000000000}"/>
          </ac:spMkLst>
        </pc:spChg>
        <pc:spChg chg="mod">
          <ac:chgData name="Low, Julian [Student]" userId="S::cit297880@students.cit.edu.au::670550f4-1a87-41db-a570-05d874fb8438" providerId="AD" clId="Web-{00000000-0000-0000-0000-000000000000}" dt="2026-09-22T09:49:29.839" v="282" actId="1076"/>
          <ac:spMkLst>
            <pc:docMk/>
            <pc:sldMk cId="0" sldId="261"/>
            <ac:spMk id="212" creationId="{00000000-0000-0000-0000-000000000000}"/>
          </ac:spMkLst>
        </pc:spChg>
        <pc:spChg chg="mod">
          <ac:chgData name="Low, Julian [Student]" userId="S::cit297880@students.cit.edu.au::670550f4-1a87-41db-a570-05d874fb8438" providerId="AD" clId="Web-{00000000-0000-0000-0000-000000000000}" dt="2026-09-22T09:49:29.918" v="283" actId="1076"/>
          <ac:spMkLst>
            <pc:docMk/>
            <pc:sldMk cId="0" sldId="261"/>
            <ac:spMk id="213" creationId="{00000000-0000-0000-0000-000000000000}"/>
          </ac:spMkLst>
        </pc:spChg>
        <pc:spChg chg="mod">
          <ac:chgData name="Low, Julian [Student]" userId="S::cit297880@students.cit.edu.au::670550f4-1a87-41db-a570-05d874fb8438" providerId="AD" clId="Web-{00000000-0000-0000-0000-000000000000}" dt="2026-09-22T09:52:02.704" v="391" actId="20577"/>
          <ac:spMkLst>
            <pc:docMk/>
            <pc:sldMk cId="0" sldId="261"/>
            <ac:spMk id="214" creationId="{00000000-0000-0000-0000-000000000000}"/>
          </ac:spMkLst>
        </pc:spChg>
        <pc:spChg chg="mod">
          <ac:chgData name="Low, Julian [Student]" userId="S::cit297880@students.cit.edu.au::670550f4-1a87-41db-a570-05d874fb8438" providerId="AD" clId="Web-{00000000-0000-0000-0000-000000000000}" dt="2026-09-22T09:49:30.074" v="285" actId="1076"/>
          <ac:spMkLst>
            <pc:docMk/>
            <pc:sldMk cId="0" sldId="261"/>
            <ac:spMk id="215" creationId="{00000000-0000-0000-0000-000000000000}"/>
          </ac:spMkLst>
        </pc:spChg>
        <pc:spChg chg="mod">
          <ac:chgData name="Low, Julian [Student]" userId="S::cit297880@students.cit.edu.au::670550f4-1a87-41db-a570-05d874fb8438" providerId="AD" clId="Web-{00000000-0000-0000-0000-000000000000}" dt="2026-09-22T09:49:30.152" v="286" actId="1076"/>
          <ac:spMkLst>
            <pc:docMk/>
            <pc:sldMk cId="0" sldId="261"/>
            <ac:spMk id="216" creationId="{00000000-0000-0000-0000-000000000000}"/>
          </ac:spMkLst>
        </pc:spChg>
        <pc:spChg chg="mod">
          <ac:chgData name="Low, Julian [Student]" userId="S::cit297880@students.cit.edu.au::670550f4-1a87-41db-a570-05d874fb8438" providerId="AD" clId="Web-{00000000-0000-0000-0000-000000000000}" dt="2026-09-22T09:52:13.236" v="400" actId="20577"/>
          <ac:spMkLst>
            <pc:docMk/>
            <pc:sldMk cId="0" sldId="261"/>
            <ac:spMk id="217" creationId="{00000000-0000-0000-0000-000000000000}"/>
          </ac:spMkLst>
        </pc:spChg>
      </pc:sldChg>
      <pc:sldChg chg="addSp delSp modSp">
        <pc:chgData name="Low, Julian [Student]" userId="S::cit297880@students.cit.edu.au::670550f4-1a87-41db-a570-05d874fb8438" providerId="AD" clId="Web-{00000000-0000-0000-0000-000000000000}" dt="2026-09-24T08:38:23.593" v="2079" actId="20577"/>
        <pc:sldMkLst>
          <pc:docMk/>
          <pc:sldMk cId="0" sldId="262"/>
        </pc:sldMkLst>
        <pc:spChg chg="add mod">
          <ac:chgData name="Low, Julian [Student]" userId="S::cit297880@students.cit.edu.au::670550f4-1a87-41db-a570-05d874fb8438" providerId="AD" clId="Web-{00000000-0000-0000-0000-000000000000}" dt="2026-09-22T10:38:57.945" v="1136" actId="1076"/>
          <ac:spMkLst>
            <pc:docMk/>
            <pc:sldMk cId="0" sldId="262"/>
            <ac:spMk id="3" creationId="{7548DCA5-078F-319E-B835-31A0D0BE0E5A}"/>
          </ac:spMkLst>
        </pc:spChg>
        <pc:spChg chg="add mod">
          <ac:chgData name="Low, Julian [Student]" userId="S::cit297880@students.cit.edu.au::670550f4-1a87-41db-a570-05d874fb8438" providerId="AD" clId="Web-{00000000-0000-0000-0000-000000000000}" dt="2026-09-24T08:38:23.593" v="2079" actId="20577"/>
          <ac:spMkLst>
            <pc:docMk/>
            <pc:sldMk cId="0" sldId="262"/>
            <ac:spMk id="4" creationId="{1DB453D0-69D4-5204-8694-D625AC07DF78}"/>
          </ac:spMkLst>
        </pc:spChg>
        <pc:spChg chg="add mod">
          <ac:chgData name="Low, Julian [Student]" userId="S::cit297880@students.cit.edu.au::670550f4-1a87-41db-a570-05d874fb8438" providerId="AD" clId="Web-{00000000-0000-0000-0000-000000000000}" dt="2026-09-22T10:38:58.023" v="1138" actId="1076"/>
          <ac:spMkLst>
            <pc:docMk/>
            <pc:sldMk cId="0" sldId="262"/>
            <ac:spMk id="5" creationId="{20A62AC3-3296-B9D9-3551-80868649C807}"/>
          </ac:spMkLst>
        </pc:spChg>
        <pc:spChg chg="mod">
          <ac:chgData name="Low, Julian [Student]" userId="S::cit297880@students.cit.edu.au::670550f4-1a87-41db-a570-05d874fb8438" providerId="AD" clId="Web-{00000000-0000-0000-0000-000000000000}" dt="2026-09-22T10:12:38.560" v="1027" actId="1076"/>
          <ac:spMkLst>
            <pc:docMk/>
            <pc:sldMk cId="0" sldId="262"/>
            <ac:spMk id="225" creationId="{00000000-0000-0000-0000-000000000000}"/>
          </ac:spMkLst>
        </pc:spChg>
        <pc:spChg chg="mod">
          <ac:chgData name="Low, Julian [Student]" userId="S::cit297880@students.cit.edu.au::670550f4-1a87-41db-a570-05d874fb8438" providerId="AD" clId="Web-{00000000-0000-0000-0000-000000000000}" dt="2026-09-22T10:38:57.726" v="1130" actId="1076"/>
          <ac:spMkLst>
            <pc:docMk/>
            <pc:sldMk cId="0" sldId="262"/>
            <ac:spMk id="227" creationId="{00000000-0000-0000-0000-000000000000}"/>
          </ac:spMkLst>
        </pc:spChg>
        <pc:spChg chg="mod">
          <ac:chgData name="Low, Julian [Student]" userId="S::cit297880@students.cit.edu.au::670550f4-1a87-41db-a570-05d874fb8438" providerId="AD" clId="Web-{00000000-0000-0000-0000-000000000000}" dt="2026-09-22T10:38:57.757" v="1131" actId="1076"/>
          <ac:spMkLst>
            <pc:docMk/>
            <pc:sldMk cId="0" sldId="262"/>
            <ac:spMk id="228" creationId="{00000000-0000-0000-0000-000000000000}"/>
          </ac:spMkLst>
        </pc:spChg>
        <pc:spChg chg="mod">
          <ac:chgData name="Low, Julian [Student]" userId="S::cit297880@students.cit.edu.au::670550f4-1a87-41db-a570-05d874fb8438" providerId="AD" clId="Web-{00000000-0000-0000-0000-000000000000}" dt="2026-09-22T10:44:40.175" v="1180" actId="20577"/>
          <ac:spMkLst>
            <pc:docMk/>
            <pc:sldMk cId="0" sldId="262"/>
            <ac:spMk id="233" creationId="{00000000-0000-0000-0000-000000000000}"/>
          </ac:spMkLst>
        </pc:spChg>
        <pc:spChg chg="mod">
          <ac:chgData name="Low, Julian [Student]" userId="S::cit297880@students.cit.edu.au::670550f4-1a87-41db-a570-05d874fb8438" providerId="AD" clId="Web-{00000000-0000-0000-0000-000000000000}" dt="2026-09-22T10:12:38.591" v="1028" actId="1076"/>
          <ac:spMkLst>
            <pc:docMk/>
            <pc:sldMk cId="0" sldId="262"/>
            <ac:spMk id="236" creationId="{00000000-0000-0000-0000-000000000000}"/>
          </ac:spMkLst>
        </pc:spChg>
        <pc:spChg chg="mod">
          <ac:chgData name="Low, Julian [Student]" userId="S::cit297880@students.cit.edu.au::670550f4-1a87-41db-a570-05d874fb8438" providerId="AD" clId="Web-{00000000-0000-0000-0000-000000000000}" dt="2026-09-22T10:12:38.638" v="1029" actId="1076"/>
          <ac:spMkLst>
            <pc:docMk/>
            <pc:sldMk cId="0" sldId="262"/>
            <ac:spMk id="237" creationId="{00000000-0000-0000-0000-000000000000}"/>
          </ac:spMkLst>
        </pc:spChg>
        <pc:spChg chg="mod">
          <ac:chgData name="Low, Julian [Student]" userId="S::cit297880@students.cit.edu.au::670550f4-1a87-41db-a570-05d874fb8438" providerId="AD" clId="Web-{00000000-0000-0000-0000-000000000000}" dt="2026-09-22T10:38:57.804" v="1132" actId="1076"/>
          <ac:spMkLst>
            <pc:docMk/>
            <pc:sldMk cId="0" sldId="262"/>
            <ac:spMk id="240" creationId="{00000000-0000-0000-0000-000000000000}"/>
          </ac:spMkLst>
        </pc:spChg>
        <pc:spChg chg="mod">
          <ac:chgData name="Low, Julian [Student]" userId="S::cit297880@students.cit.edu.au::670550f4-1a87-41db-a570-05d874fb8438" providerId="AD" clId="Web-{00000000-0000-0000-0000-000000000000}" dt="2026-09-22T10:38:57.835" v="1133" actId="1076"/>
          <ac:spMkLst>
            <pc:docMk/>
            <pc:sldMk cId="0" sldId="262"/>
            <ac:spMk id="241" creationId="{00000000-0000-0000-0000-000000000000}"/>
          </ac:spMkLst>
        </pc:spChg>
        <pc:spChg chg="mod">
          <ac:chgData name="Low, Julian [Student]" userId="S::cit297880@students.cit.edu.au::670550f4-1a87-41db-a570-05d874fb8438" providerId="AD" clId="Web-{00000000-0000-0000-0000-000000000000}" dt="2026-09-22T10:38:57.867" v="1134" actId="1076"/>
          <ac:spMkLst>
            <pc:docMk/>
            <pc:sldMk cId="0" sldId="262"/>
            <ac:spMk id="242" creationId="{00000000-0000-0000-0000-000000000000}"/>
          </ac:spMkLst>
        </pc:spChg>
        <pc:spChg chg="mod">
          <ac:chgData name="Low, Julian [Student]" userId="S::cit297880@students.cit.edu.au::670550f4-1a87-41db-a570-05d874fb8438" providerId="AD" clId="Web-{00000000-0000-0000-0000-000000000000}" dt="2026-09-22T10:38:57.913" v="1135" actId="1076"/>
          <ac:spMkLst>
            <pc:docMk/>
            <pc:sldMk cId="0" sldId="262"/>
            <ac:spMk id="243" creationId="{00000000-0000-0000-0000-000000000000}"/>
          </ac:spMkLst>
        </pc:spChg>
      </pc:sldChg>
      <pc:sldChg chg="addSp delSp modSp">
        <pc:chgData name="Low, Julian [Student]" userId="S::cit297880@students.cit.edu.au::670550f4-1a87-41db-a570-05d874fb8438" providerId="AD" clId="Web-{00000000-0000-0000-0000-000000000000}" dt="2026-09-22T11:13:41.911" v="1572" actId="1076"/>
        <pc:sldMkLst>
          <pc:docMk/>
          <pc:sldMk cId="0" sldId="263"/>
        </pc:sldMkLst>
        <pc:spChg chg="add mod">
          <ac:chgData name="Low, Julian [Student]" userId="S::cit297880@students.cit.edu.au::670550f4-1a87-41db-a570-05d874fb8438" providerId="AD" clId="Web-{00000000-0000-0000-0000-000000000000}" dt="2026-09-22T11:05:09.784" v="1442" actId="14100"/>
          <ac:spMkLst>
            <pc:docMk/>
            <pc:sldMk cId="0" sldId="263"/>
            <ac:spMk id="4" creationId="{CF3AEE5A-1107-9126-21EC-1FCC8E3E5400}"/>
          </ac:spMkLst>
        </pc:spChg>
        <pc:spChg chg="add mod">
          <ac:chgData name="Low, Julian [Student]" userId="S::cit297880@students.cit.edu.au::670550f4-1a87-41db-a570-05d874fb8438" providerId="AD" clId="Web-{00000000-0000-0000-0000-000000000000}" dt="2026-09-22T11:05:21.956" v="1445" actId="20577"/>
          <ac:spMkLst>
            <pc:docMk/>
            <pc:sldMk cId="0" sldId="263"/>
            <ac:spMk id="5" creationId="{5E5C7747-8AC3-E2B4-29C9-2FB4A7837911}"/>
          </ac:spMkLst>
        </pc:spChg>
        <pc:spChg chg="add mod">
          <ac:chgData name="Low, Julian [Student]" userId="S::cit297880@students.cit.edu.au::670550f4-1a87-41db-a570-05d874fb8438" providerId="AD" clId="Web-{00000000-0000-0000-0000-000000000000}" dt="2026-09-22T11:05:06.002" v="1441" actId="20577"/>
          <ac:spMkLst>
            <pc:docMk/>
            <pc:sldMk cId="0" sldId="263"/>
            <ac:spMk id="6" creationId="{ADFA0904-837E-CE36-0C4E-3EB520C092FC}"/>
          </ac:spMkLst>
        </pc:spChg>
        <pc:spChg chg="mod">
          <ac:chgData name="Low, Julian [Student]" userId="S::cit297880@students.cit.edu.au::670550f4-1a87-41db-a570-05d874fb8438" providerId="AD" clId="Web-{00000000-0000-0000-0000-000000000000}" dt="2026-09-22T11:02:54.701" v="1394" actId="14100"/>
          <ac:spMkLst>
            <pc:docMk/>
            <pc:sldMk cId="0" sldId="263"/>
            <ac:spMk id="249" creationId="{00000000-0000-0000-0000-000000000000}"/>
          </ac:spMkLst>
        </pc:spChg>
        <pc:spChg chg="mod">
          <ac:chgData name="Low, Julian [Student]" userId="S::cit297880@students.cit.edu.au::670550f4-1a87-41db-a570-05d874fb8438" providerId="AD" clId="Web-{00000000-0000-0000-0000-000000000000}" dt="2026-09-22T11:03:00.561" v="1395" actId="1076"/>
          <ac:spMkLst>
            <pc:docMk/>
            <pc:sldMk cId="0" sldId="263"/>
            <ac:spMk id="250" creationId="{00000000-0000-0000-0000-000000000000}"/>
          </ac:spMkLst>
        </pc:spChg>
        <pc:spChg chg="mod">
          <ac:chgData name="Low, Julian [Student]" userId="S::cit297880@students.cit.edu.au::670550f4-1a87-41db-a570-05d874fb8438" providerId="AD" clId="Web-{00000000-0000-0000-0000-000000000000}" dt="2026-09-22T10:44:53.145" v="1183" actId="20577"/>
          <ac:spMkLst>
            <pc:docMk/>
            <pc:sldMk cId="0" sldId="263"/>
            <ac:spMk id="256" creationId="{00000000-0000-0000-0000-000000000000}"/>
          </ac:spMkLst>
        </pc:spChg>
        <pc:spChg chg="mod">
          <ac:chgData name="Low, Julian [Student]" userId="S::cit297880@students.cit.edu.au::670550f4-1a87-41db-a570-05d874fb8438" providerId="AD" clId="Web-{00000000-0000-0000-0000-000000000000}" dt="2026-09-22T11:04:32.861" v="1420" actId="20577"/>
          <ac:spMkLst>
            <pc:docMk/>
            <pc:sldMk cId="0" sldId="263"/>
            <ac:spMk id="259" creationId="{00000000-0000-0000-0000-000000000000}"/>
          </ac:spMkLst>
        </pc:spChg>
        <pc:spChg chg="mod">
          <ac:chgData name="Low, Julian [Student]" userId="S::cit297880@students.cit.edu.au::670550f4-1a87-41db-a570-05d874fb8438" providerId="AD" clId="Web-{00000000-0000-0000-0000-000000000000}" dt="2026-09-22T10:53:43.463" v="1311" actId="1076"/>
          <ac:spMkLst>
            <pc:docMk/>
            <pc:sldMk cId="0" sldId="263"/>
            <ac:spMk id="260" creationId="{00000000-0000-0000-0000-000000000000}"/>
          </ac:spMkLst>
        </pc:spChg>
        <pc:spChg chg="mod">
          <ac:chgData name="Low, Julian [Student]" userId="S::cit297880@students.cit.edu.au::670550f4-1a87-41db-a570-05d874fb8438" providerId="AD" clId="Web-{00000000-0000-0000-0000-000000000000}" dt="2026-09-22T11:13:41.911" v="1572" actId="1076"/>
          <ac:spMkLst>
            <pc:docMk/>
            <pc:sldMk cId="0" sldId="263"/>
            <ac:spMk id="261" creationId="{00000000-0000-0000-0000-000000000000}"/>
          </ac:spMkLst>
        </pc:spChg>
        <pc:spChg chg="mod">
          <ac:chgData name="Low, Julian [Student]" userId="S::cit297880@students.cit.edu.au::670550f4-1a87-41db-a570-05d874fb8438" providerId="AD" clId="Web-{00000000-0000-0000-0000-000000000000}" dt="2026-09-22T11:03:49.781" v="1409" actId="20577"/>
          <ac:spMkLst>
            <pc:docMk/>
            <pc:sldMk cId="0" sldId="263"/>
            <ac:spMk id="262" creationId="{00000000-0000-0000-0000-000000000000}"/>
          </ac:spMkLst>
        </pc:spChg>
        <pc:spChg chg="mod">
          <ac:chgData name="Low, Julian [Student]" userId="S::cit297880@students.cit.edu.au::670550f4-1a87-41db-a570-05d874fb8438" providerId="AD" clId="Web-{00000000-0000-0000-0000-000000000000}" dt="2026-09-22T11:03:00.607" v="1397" actId="1076"/>
          <ac:spMkLst>
            <pc:docMk/>
            <pc:sldMk cId="0" sldId="263"/>
            <ac:spMk id="263" creationId="{00000000-0000-0000-0000-000000000000}"/>
          </ac:spMkLst>
        </pc:spChg>
        <pc:picChg chg="add mod">
          <ac:chgData name="Low, Julian [Student]" userId="S::cit297880@students.cit.edu.au::670550f4-1a87-41db-a570-05d874fb8438" providerId="AD" clId="Web-{00000000-0000-0000-0000-000000000000}" dt="2026-09-22T11:13:38.739" v="1571" actId="1076"/>
          <ac:picMkLst>
            <pc:docMk/>
            <pc:sldMk cId="0" sldId="263"/>
            <ac:picMk id="2" creationId="{C3590639-FA78-0826-5889-62456BD83DBD}"/>
          </ac:picMkLst>
        </pc:picChg>
      </pc:sldChg>
      <pc:sldChg chg="delSp modSp">
        <pc:chgData name="Low, Julian [Student]" userId="S::cit297880@students.cit.edu.au::670550f4-1a87-41db-a570-05d874fb8438" providerId="AD" clId="Web-{00000000-0000-0000-0000-000000000000}" dt="2026-09-22T11:27:47.503" v="1944" actId="1076"/>
        <pc:sldMkLst>
          <pc:docMk/>
          <pc:sldMk cId="0" sldId="264"/>
        </pc:sldMkLst>
        <pc:spChg chg="mod">
          <ac:chgData name="Low, Julian [Student]" userId="S::cit297880@students.cit.edu.au::670550f4-1a87-41db-a570-05d874fb8438" providerId="AD" clId="Web-{00000000-0000-0000-0000-000000000000}" dt="2026-09-22T11:26:34.454" v="1888" actId="14100"/>
          <ac:spMkLst>
            <pc:docMk/>
            <pc:sldMk cId="0" sldId="264"/>
            <ac:spMk id="274" creationId="{00000000-0000-0000-0000-000000000000}"/>
          </ac:spMkLst>
        </pc:spChg>
        <pc:spChg chg="mod">
          <ac:chgData name="Low, Julian [Student]" userId="S::cit297880@students.cit.edu.au::670550f4-1a87-41db-a570-05d874fb8438" providerId="AD" clId="Web-{00000000-0000-0000-0000-000000000000}" dt="2026-09-22T10:45:06.083" v="1189" actId="20577"/>
          <ac:spMkLst>
            <pc:docMk/>
            <pc:sldMk cId="0" sldId="264"/>
            <ac:spMk id="282" creationId="{00000000-0000-0000-0000-000000000000}"/>
          </ac:spMkLst>
        </pc:spChg>
        <pc:spChg chg="mod">
          <ac:chgData name="Low, Julian [Student]" userId="S::cit297880@students.cit.edu.au::670550f4-1a87-41db-a570-05d874fb8438" providerId="AD" clId="Web-{00000000-0000-0000-0000-000000000000}" dt="2026-09-22T11:27:41.988" v="1943" actId="1076"/>
          <ac:spMkLst>
            <pc:docMk/>
            <pc:sldMk cId="0" sldId="264"/>
            <ac:spMk id="291" creationId="{00000000-0000-0000-0000-000000000000}"/>
          </ac:spMkLst>
        </pc:spChg>
        <pc:spChg chg="mod">
          <ac:chgData name="Low, Julian [Student]" userId="S::cit297880@students.cit.edu.au::670550f4-1a87-41db-a570-05d874fb8438" providerId="AD" clId="Web-{00000000-0000-0000-0000-000000000000}" dt="2026-09-22T11:27:47.503" v="1944" actId="1076"/>
          <ac:spMkLst>
            <pc:docMk/>
            <pc:sldMk cId="0" sldId="264"/>
            <ac:spMk id="292" creationId="{00000000-0000-0000-0000-000000000000}"/>
          </ac:spMkLst>
        </pc:spChg>
        <pc:spChg chg="mod">
          <ac:chgData name="Low, Julian [Student]" userId="S::cit297880@students.cit.edu.au::670550f4-1a87-41db-a570-05d874fb8438" providerId="AD" clId="Web-{00000000-0000-0000-0000-000000000000}" dt="2026-09-22T11:27:29.628" v="1941" actId="1076"/>
          <ac:spMkLst>
            <pc:docMk/>
            <pc:sldMk cId="0" sldId="264"/>
            <ac:spMk id="293" creationId="{00000000-0000-0000-0000-000000000000}"/>
          </ac:spMkLst>
        </pc:spChg>
      </pc:sldChg>
      <pc:sldChg chg="modSp">
        <pc:chgData name="Low, Julian [Student]" userId="S::cit297880@students.cit.edu.au::670550f4-1a87-41db-a570-05d874fb8438" providerId="AD" clId="Web-{00000000-0000-0000-0000-000000000000}" dt="2026-09-22T11:30:50.588" v="2049" actId="20577"/>
        <pc:sldMkLst>
          <pc:docMk/>
          <pc:sldMk cId="0" sldId="265"/>
        </pc:sldMkLst>
        <pc:spChg chg="mod">
          <ac:chgData name="Low, Julian [Student]" userId="S::cit297880@students.cit.edu.au::670550f4-1a87-41db-a570-05d874fb8438" providerId="AD" clId="Web-{00000000-0000-0000-0000-000000000000}" dt="2026-09-22T10:45:19.599" v="1205" actId="20577"/>
          <ac:spMkLst>
            <pc:docMk/>
            <pc:sldMk cId="0" sldId="265"/>
            <ac:spMk id="314" creationId="{00000000-0000-0000-0000-000000000000}"/>
          </ac:spMkLst>
        </pc:spChg>
        <pc:spChg chg="mod">
          <ac:chgData name="Low, Julian [Student]" userId="S::cit297880@students.cit.edu.au::670550f4-1a87-41db-a570-05d874fb8438" providerId="AD" clId="Web-{00000000-0000-0000-0000-000000000000}" dt="2026-09-22T11:30:38.072" v="2037" actId="20577"/>
          <ac:spMkLst>
            <pc:docMk/>
            <pc:sldMk cId="0" sldId="265"/>
            <ac:spMk id="319" creationId="{00000000-0000-0000-0000-000000000000}"/>
          </ac:spMkLst>
        </pc:spChg>
        <pc:spChg chg="mod">
          <ac:chgData name="Low, Julian [Student]" userId="S::cit297880@students.cit.edu.au::670550f4-1a87-41db-a570-05d874fb8438" providerId="AD" clId="Web-{00000000-0000-0000-0000-000000000000}" dt="2026-09-22T11:30:41.291" v="2038" actId="20577"/>
          <ac:spMkLst>
            <pc:docMk/>
            <pc:sldMk cId="0" sldId="265"/>
            <ac:spMk id="321" creationId="{00000000-0000-0000-0000-000000000000}"/>
          </ac:spMkLst>
        </pc:spChg>
        <pc:spChg chg="mod">
          <ac:chgData name="Low, Julian [Student]" userId="S::cit297880@students.cit.edu.au::670550f4-1a87-41db-a570-05d874fb8438" providerId="AD" clId="Web-{00000000-0000-0000-0000-000000000000}" dt="2026-09-22T11:30:50.588" v="2049" actId="20577"/>
          <ac:spMkLst>
            <pc:docMk/>
            <pc:sldMk cId="0" sldId="265"/>
            <ac:spMk id="323" creationId="{00000000-0000-0000-0000-000000000000}"/>
          </ac:spMkLst>
        </pc:spChg>
      </pc:sldChg>
      <pc:sldChg chg="addSp delSp modSp">
        <pc:chgData name="Low, Julian [Student]" userId="S::cit297880@students.cit.edu.au::670550f4-1a87-41db-a570-05d874fb8438" providerId="AD" clId="Web-{00000000-0000-0000-0000-000000000000}" dt="2026-09-22T11:17:14.466" v="1748" actId="1076"/>
        <pc:sldMkLst>
          <pc:docMk/>
          <pc:sldMk cId="0" sldId="266"/>
        </pc:sldMkLst>
        <pc:spChg chg="add mod">
          <ac:chgData name="Low, Julian [Student]" userId="S::cit297880@students.cit.edu.au::670550f4-1a87-41db-a570-05d874fb8438" providerId="AD" clId="Web-{00000000-0000-0000-0000-000000000000}" dt="2026-09-22T11:17:14.450" v="1747" actId="1076"/>
          <ac:spMkLst>
            <pc:docMk/>
            <pc:sldMk cId="0" sldId="266"/>
            <ac:spMk id="3" creationId="{D75B7191-4E14-D7AB-2476-A56EB0BD29AB}"/>
          </ac:spMkLst>
        </pc:spChg>
        <pc:spChg chg="add mod">
          <ac:chgData name="Low, Julian [Student]" userId="S::cit297880@students.cit.edu.au::670550f4-1a87-41db-a570-05d874fb8438" providerId="AD" clId="Web-{00000000-0000-0000-0000-000000000000}" dt="2026-09-22T11:17:14.466" v="1748" actId="1076"/>
          <ac:spMkLst>
            <pc:docMk/>
            <pc:sldMk cId="0" sldId="266"/>
            <ac:spMk id="5" creationId="{C038EAC5-4AD2-6547-9032-F84E74E79517}"/>
          </ac:spMkLst>
        </pc:spChg>
        <pc:spChg chg="mod">
          <ac:chgData name="Low, Julian [Student]" userId="S::cit297880@students.cit.edu.au::670550f4-1a87-41db-a570-05d874fb8438" providerId="AD" clId="Web-{00000000-0000-0000-0000-000000000000}" dt="2026-09-22T10:45:33.880" v="1226" actId="20577"/>
          <ac:spMkLst>
            <pc:docMk/>
            <pc:sldMk cId="0" sldId="266"/>
            <ac:spMk id="341" creationId="{00000000-0000-0000-0000-000000000000}"/>
          </ac:spMkLst>
        </pc:spChg>
      </pc:sldChg>
      <pc:sldChg chg="delSp modSp">
        <pc:chgData name="Low, Julian [Student]" userId="S::cit297880@students.cit.edu.au::670550f4-1a87-41db-a570-05d874fb8438" providerId="AD" clId="Web-{00000000-0000-0000-0000-000000000000}" dt="2026-09-24T09:23:39.290" v="2084" actId="1076"/>
        <pc:sldMkLst>
          <pc:docMk/>
          <pc:sldMk cId="0" sldId="267"/>
        </pc:sldMkLst>
        <pc:spChg chg="mod">
          <ac:chgData name="Low, Julian [Student]" userId="S::cit297880@students.cit.edu.au::670550f4-1a87-41db-a570-05d874fb8438" providerId="AD" clId="Web-{00000000-0000-0000-0000-000000000000}" dt="2026-09-22T09:55:09.148" v="527" actId="1076"/>
          <ac:spMkLst>
            <pc:docMk/>
            <pc:sldMk cId="0" sldId="267"/>
            <ac:spMk id="357" creationId="{00000000-0000-0000-0000-000000000000}"/>
          </ac:spMkLst>
        </pc:spChg>
        <pc:spChg chg="mod">
          <ac:chgData name="Low, Julian [Student]" userId="S::cit297880@students.cit.edu.au::670550f4-1a87-41db-a570-05d874fb8438" providerId="AD" clId="Web-{00000000-0000-0000-0000-000000000000}" dt="2026-09-22T10:45:43.490" v="1229" actId="20577"/>
          <ac:spMkLst>
            <pc:docMk/>
            <pc:sldMk cId="0" sldId="267"/>
            <ac:spMk id="366" creationId="{00000000-0000-0000-0000-000000000000}"/>
          </ac:spMkLst>
        </pc:spChg>
        <pc:spChg chg="mod">
          <ac:chgData name="Low, Julian [Student]" userId="S::cit297880@students.cit.edu.au::670550f4-1a87-41db-a570-05d874fb8438" providerId="AD" clId="Web-{00000000-0000-0000-0000-000000000000}" dt="2026-09-22T09:55:14.180" v="528" actId="1076"/>
          <ac:spMkLst>
            <pc:docMk/>
            <pc:sldMk cId="0" sldId="267"/>
            <ac:spMk id="369" creationId="{00000000-0000-0000-0000-000000000000}"/>
          </ac:spMkLst>
        </pc:spChg>
        <pc:picChg chg="mod">
          <ac:chgData name="Low, Julian [Student]" userId="S::cit297880@students.cit.edu.au::670550f4-1a87-41db-a570-05d874fb8438" providerId="AD" clId="Web-{00000000-0000-0000-0000-000000000000}" dt="2026-09-24T09:23:39.290" v="2084" actId="1076"/>
          <ac:picMkLst>
            <pc:docMk/>
            <pc:sldMk cId="0" sldId="267"/>
            <ac:picMk id="2" creationId="{14E90D64-A4F3-8498-5236-1BBF761BA86B}"/>
          </ac:picMkLst>
        </pc:picChg>
      </pc:sldChg>
      <pc:sldChg chg="addSp delSp modSp">
        <pc:chgData name="Low, Julian [Student]" userId="S::cit297880@students.cit.edu.au::670550f4-1a87-41db-a570-05d874fb8438" providerId="AD" clId="Web-{00000000-0000-0000-0000-000000000000}" dt="2026-09-24T09:17:19.619" v="2081" actId="20577"/>
        <pc:sldMkLst>
          <pc:docMk/>
          <pc:sldMk cId="0" sldId="268"/>
        </pc:sldMkLst>
        <pc:spChg chg="add mod">
          <ac:chgData name="Low, Julian [Student]" userId="S::cit297880@students.cit.edu.au::670550f4-1a87-41db-a570-05d874fb8438" providerId="AD" clId="Web-{00000000-0000-0000-0000-000000000000}" dt="2026-09-22T11:08:55.511" v="1470" actId="1076"/>
          <ac:spMkLst>
            <pc:docMk/>
            <pc:sldMk cId="0" sldId="268"/>
            <ac:spMk id="4" creationId="{85ECF69E-AD95-DAC4-0D86-552711208753}"/>
          </ac:spMkLst>
        </pc:spChg>
        <pc:spChg chg="add mod">
          <ac:chgData name="Low, Julian [Student]" userId="S::cit297880@students.cit.edu.au::670550f4-1a87-41db-a570-05d874fb8438" providerId="AD" clId="Web-{00000000-0000-0000-0000-000000000000}" dt="2026-09-22T11:08:55.557" v="1471" actId="1076"/>
          <ac:spMkLst>
            <pc:docMk/>
            <pc:sldMk cId="0" sldId="268"/>
            <ac:spMk id="5" creationId="{41E3BF9D-0A5E-E3E6-C514-8AB0BF52CCB4}"/>
          </ac:spMkLst>
        </pc:spChg>
        <pc:spChg chg="add mod">
          <ac:chgData name="Low, Julian [Student]" userId="S::cit297880@students.cit.edu.au::670550f4-1a87-41db-a570-05d874fb8438" providerId="AD" clId="Web-{00000000-0000-0000-0000-000000000000}" dt="2026-09-22T11:14:44.976" v="1592" actId="20577"/>
          <ac:spMkLst>
            <pc:docMk/>
            <pc:sldMk cId="0" sldId="268"/>
            <ac:spMk id="6" creationId="{81CEC610-AB91-C06D-8153-E43D7729643C}"/>
          </ac:spMkLst>
        </pc:spChg>
        <pc:spChg chg="add mod">
          <ac:chgData name="Low, Julian [Student]" userId="S::cit297880@students.cit.edu.au::670550f4-1a87-41db-a570-05d874fb8438" providerId="AD" clId="Web-{00000000-0000-0000-0000-000000000000}" dt="2026-09-22T11:15:42.197" v="1709" actId="20577"/>
          <ac:spMkLst>
            <pc:docMk/>
            <pc:sldMk cId="0" sldId="268"/>
            <ac:spMk id="7" creationId="{95C2DD9E-271E-BF2F-A42C-14794F4BA87F}"/>
          </ac:spMkLst>
        </pc:spChg>
        <pc:spChg chg="add mod">
          <ac:chgData name="Low, Julian [Student]" userId="S::cit297880@students.cit.edu.au::670550f4-1a87-41db-a570-05d874fb8438" providerId="AD" clId="Web-{00000000-0000-0000-0000-000000000000}" dt="2026-09-22T11:15:50.213" v="1712" actId="20577"/>
          <ac:spMkLst>
            <pc:docMk/>
            <pc:sldMk cId="0" sldId="268"/>
            <ac:spMk id="8" creationId="{23C9893B-8909-EE6E-A8EB-FFEBFC9BC1EB}"/>
          </ac:spMkLst>
        </pc:spChg>
        <pc:spChg chg="add mod">
          <ac:chgData name="Low, Julian [Student]" userId="S::cit297880@students.cit.edu.au::670550f4-1a87-41db-a570-05d874fb8438" providerId="AD" clId="Web-{00000000-0000-0000-0000-000000000000}" dt="2026-09-22T11:16:43.089" v="1734" actId="20577"/>
          <ac:spMkLst>
            <pc:docMk/>
            <pc:sldMk cId="0" sldId="268"/>
            <ac:spMk id="9" creationId="{89A94AF7-6474-13A1-9CA8-C45B09ACB91F}"/>
          </ac:spMkLst>
        </pc:spChg>
        <pc:spChg chg="add mod">
          <ac:chgData name="Low, Julian [Student]" userId="S::cit297880@students.cit.edu.au::670550f4-1a87-41db-a570-05d874fb8438" providerId="AD" clId="Web-{00000000-0000-0000-0000-000000000000}" dt="2026-09-22T11:16:27.480" v="1731" actId="20577"/>
          <ac:spMkLst>
            <pc:docMk/>
            <pc:sldMk cId="0" sldId="268"/>
            <ac:spMk id="10" creationId="{E65432D3-E93A-C9C4-D9F1-E423D9E03017}"/>
          </ac:spMkLst>
        </pc:spChg>
        <pc:spChg chg="add mod">
          <ac:chgData name="Low, Julian [Student]" userId="S::cit297880@students.cit.edu.au::670550f4-1a87-41db-a570-05d874fb8438" providerId="AD" clId="Web-{00000000-0000-0000-0000-000000000000}" dt="2026-09-22T11:16:30.245" v="1732" actId="1076"/>
          <ac:spMkLst>
            <pc:docMk/>
            <pc:sldMk cId="0" sldId="268"/>
            <ac:spMk id="11" creationId="{DBE1C3F7-3B48-E175-E60E-B96600B461DC}"/>
          </ac:spMkLst>
        </pc:spChg>
        <pc:spChg chg="mod">
          <ac:chgData name="Low, Julian [Student]" userId="S::cit297880@students.cit.edu.au::670550f4-1a87-41db-a570-05d874fb8438" providerId="AD" clId="Web-{00000000-0000-0000-0000-000000000000}" dt="2026-09-22T11:07:23.617" v="1448" actId="1076"/>
          <ac:spMkLst>
            <pc:docMk/>
            <pc:sldMk cId="0" sldId="268"/>
            <ac:spMk id="384" creationId="{00000000-0000-0000-0000-000000000000}"/>
          </ac:spMkLst>
        </pc:spChg>
        <pc:spChg chg="mod">
          <ac:chgData name="Low, Julian [Student]" userId="S::cit297880@students.cit.edu.au::670550f4-1a87-41db-a570-05d874fb8438" providerId="AD" clId="Web-{00000000-0000-0000-0000-000000000000}" dt="2026-09-22T11:07:32.804" v="1452" actId="1076"/>
          <ac:spMkLst>
            <pc:docMk/>
            <pc:sldMk cId="0" sldId="268"/>
            <ac:spMk id="385" creationId="{00000000-0000-0000-0000-000000000000}"/>
          </ac:spMkLst>
        </pc:spChg>
        <pc:spChg chg="mod">
          <ac:chgData name="Low, Julian [Student]" userId="S::cit297880@students.cit.edu.au::670550f4-1a87-41db-a570-05d874fb8438" providerId="AD" clId="Web-{00000000-0000-0000-0000-000000000000}" dt="2026-09-24T09:17:19.619" v="2081" actId="20577"/>
          <ac:spMkLst>
            <pc:docMk/>
            <pc:sldMk cId="0" sldId="268"/>
            <ac:spMk id="391" creationId="{00000000-0000-0000-0000-000000000000}"/>
          </ac:spMkLst>
        </pc:spChg>
        <pc:spChg chg="mod">
          <ac:chgData name="Low, Julian [Student]" userId="S::cit297880@students.cit.edu.au::670550f4-1a87-41db-a570-05d874fb8438" providerId="AD" clId="Web-{00000000-0000-0000-0000-000000000000}" dt="2026-09-22T11:07:23.648" v="1449" actId="1076"/>
          <ac:spMkLst>
            <pc:docMk/>
            <pc:sldMk cId="0" sldId="268"/>
            <ac:spMk id="394" creationId="{00000000-0000-0000-0000-000000000000}"/>
          </ac:spMkLst>
        </pc:spChg>
        <pc:spChg chg="mod">
          <ac:chgData name="Low, Julian [Student]" userId="S::cit297880@students.cit.edu.au::670550f4-1a87-41db-a570-05d874fb8438" providerId="AD" clId="Web-{00000000-0000-0000-0000-000000000000}" dt="2026-09-22T11:07:23.679" v="1450" actId="1076"/>
          <ac:spMkLst>
            <pc:docMk/>
            <pc:sldMk cId="0" sldId="268"/>
            <ac:spMk id="395" creationId="{00000000-0000-0000-0000-000000000000}"/>
          </ac:spMkLst>
        </pc:spChg>
        <pc:spChg chg="mod">
          <ac:chgData name="Low, Julian [Student]" userId="S::cit297880@students.cit.edu.au::670550f4-1a87-41db-a570-05d874fb8438" providerId="AD" clId="Web-{00000000-0000-0000-0000-000000000000}" dt="2026-09-22T11:07:23.710" v="1451" actId="1076"/>
          <ac:spMkLst>
            <pc:docMk/>
            <pc:sldMk cId="0" sldId="268"/>
            <ac:spMk id="396" creationId="{00000000-0000-0000-0000-000000000000}"/>
          </ac:spMkLst>
        </pc:spChg>
        <pc:spChg chg="mod">
          <ac:chgData name="Low, Julian [Student]" userId="S::cit297880@students.cit.edu.au::670550f4-1a87-41db-a570-05d874fb8438" providerId="AD" clId="Web-{00000000-0000-0000-0000-000000000000}" dt="2026-09-22T11:07:32.836" v="1453" actId="1076"/>
          <ac:spMkLst>
            <pc:docMk/>
            <pc:sldMk cId="0" sldId="268"/>
            <ac:spMk id="397" creationId="{00000000-0000-0000-0000-000000000000}"/>
          </ac:spMkLst>
        </pc:spChg>
        <pc:spChg chg="mod">
          <ac:chgData name="Low, Julian [Student]" userId="S::cit297880@students.cit.edu.au::670550f4-1a87-41db-a570-05d874fb8438" providerId="AD" clId="Web-{00000000-0000-0000-0000-000000000000}" dt="2026-09-22T11:07:32.867" v="1454" actId="1076"/>
          <ac:spMkLst>
            <pc:docMk/>
            <pc:sldMk cId="0" sldId="268"/>
            <ac:spMk id="398" creationId="{00000000-0000-0000-0000-000000000000}"/>
          </ac:spMkLst>
        </pc:spChg>
        <pc:spChg chg="mod">
          <ac:chgData name="Low, Julian [Student]" userId="S::cit297880@students.cit.edu.au::670550f4-1a87-41db-a570-05d874fb8438" providerId="AD" clId="Web-{00000000-0000-0000-0000-000000000000}" dt="2026-09-22T11:07:32.898" v="1455" actId="1076"/>
          <ac:spMkLst>
            <pc:docMk/>
            <pc:sldMk cId="0" sldId="268"/>
            <ac:spMk id="399" creationId="{00000000-0000-0000-0000-000000000000}"/>
          </ac:spMkLst>
        </pc:spChg>
      </pc:sldChg>
      <pc:sldChg chg="addSp delSp modSp mod setBg">
        <pc:chgData name="Low, Julian [Student]" userId="S::cit297880@students.cit.edu.au::670550f4-1a87-41db-a570-05d874fb8438" providerId="AD" clId="Web-{00000000-0000-0000-0000-000000000000}" dt="2026-09-22T10:48:25.436" v="1292" actId="1076"/>
        <pc:sldMkLst>
          <pc:docMk/>
          <pc:sldMk cId="0" sldId="269"/>
        </pc:sldMkLst>
        <pc:spChg chg="add mod ord">
          <ac:chgData name="Low, Julian [Student]" userId="S::cit297880@students.cit.edu.au::670550f4-1a87-41db-a570-05d874fb8438" providerId="AD" clId="Web-{00000000-0000-0000-0000-000000000000}" dt="2026-09-22T10:48:17.201" v="1290" actId="1076"/>
          <ac:spMkLst>
            <pc:docMk/>
            <pc:sldMk cId="0" sldId="269"/>
            <ac:spMk id="4" creationId="{655FE209-3FCC-9AB7-E5DD-DAE94E8574CF}"/>
          </ac:spMkLst>
        </pc:spChg>
        <pc:spChg chg="add mod">
          <ac:chgData name="Low, Julian [Student]" userId="S::cit297880@students.cit.edu.au::670550f4-1a87-41db-a570-05d874fb8438" providerId="AD" clId="Web-{00000000-0000-0000-0000-000000000000}" dt="2026-09-22T10:48:25.420" v="1291" actId="1076"/>
          <ac:spMkLst>
            <pc:docMk/>
            <pc:sldMk cId="0" sldId="269"/>
            <ac:spMk id="6" creationId="{D4D6744A-1841-798E-9A47-0F652C5D9812}"/>
          </ac:spMkLst>
        </pc:spChg>
        <pc:spChg chg="add mod">
          <ac:chgData name="Low, Julian [Student]" userId="S::cit297880@students.cit.edu.au::670550f4-1a87-41db-a570-05d874fb8438" providerId="AD" clId="Web-{00000000-0000-0000-0000-000000000000}" dt="2026-09-22T10:48:25.436" v="1292" actId="1076"/>
          <ac:spMkLst>
            <pc:docMk/>
            <pc:sldMk cId="0" sldId="269"/>
            <ac:spMk id="10" creationId="{B90B9459-62D1-425A-9B87-05BDA3CBA997}"/>
          </ac:spMkLst>
        </pc:spChg>
        <pc:picChg chg="add mod">
          <ac:chgData name="Low, Julian [Student]" userId="S::cit297880@students.cit.edu.au::670550f4-1a87-41db-a570-05d874fb8438" providerId="AD" clId="Web-{00000000-0000-0000-0000-000000000000}" dt="2026-09-22T10:48:17.201" v="1289" actId="1076"/>
          <ac:picMkLst>
            <pc:docMk/>
            <pc:sldMk cId="0" sldId="269"/>
            <ac:picMk id="2" creationId="{F4DF6BA3-44EC-BAB2-64E5-5F9AF61D153E}"/>
          </ac:picMkLst>
        </pc:picChg>
      </pc:sldChg>
      <pc:sldChg chg="addSp delSp modSp add replId">
        <pc:chgData name="Low, Julian [Student]" userId="S::cit297880@students.cit.edu.au::670550f4-1a87-41db-a570-05d874fb8438" providerId="AD" clId="Web-{00000000-0000-0000-0000-000000000000}" dt="2026-09-22T10:42:39.359" v="1150" actId="20577"/>
        <pc:sldMkLst>
          <pc:docMk/>
          <pc:sldMk cId="3767613266" sldId="271"/>
        </pc:sldMkLst>
        <pc:spChg chg="mod">
          <ac:chgData name="Low, Julian [Student]" userId="S::cit297880@students.cit.edu.au::670550f4-1a87-41db-a570-05d874fb8438" providerId="AD" clId="Web-{00000000-0000-0000-0000-000000000000}" dt="2026-09-22T10:42:39.359" v="1150" actId="20577"/>
          <ac:spMkLst>
            <pc:docMk/>
            <pc:sldMk cId="3767613266" sldId="271"/>
            <ac:spMk id="125" creationId="{B6A303BA-FF4C-C4C1-FB10-10D447276F22}"/>
          </ac:spMkLst>
        </pc:spChg>
        <pc:picChg chg="add mod">
          <ac:chgData name="Low, Julian [Student]" userId="S::cit297880@students.cit.edu.au::670550f4-1a87-41db-a570-05d874fb8438" providerId="AD" clId="Web-{00000000-0000-0000-0000-000000000000}" dt="2026-09-22T09:28:31.345" v="16" actId="1076"/>
          <ac:picMkLst>
            <pc:docMk/>
            <pc:sldMk cId="3767613266" sldId="271"/>
            <ac:picMk id="2" creationId="{9D752F75-B912-8408-6A04-FEAD2122CD9D}"/>
          </ac:picMkLst>
        </pc:picChg>
        <pc:picChg chg="add mod">
          <ac:chgData name="Low, Julian [Student]" userId="S::cit297880@students.cit.edu.au::670550f4-1a87-41db-a570-05d874fb8438" providerId="AD" clId="Web-{00000000-0000-0000-0000-000000000000}" dt="2026-09-22T09:29:39.428" v="21" actId="1076"/>
          <ac:picMkLst>
            <pc:docMk/>
            <pc:sldMk cId="3767613266" sldId="271"/>
            <ac:picMk id="3" creationId="{8C11D5D0-DAD4-6137-17CE-E1DADCE5C715}"/>
          </ac:picMkLst>
        </pc:picChg>
      </pc:sldChg>
    </pc:docChg>
  </pc:docChgLst>
  <pc:docChgLst>
    <pc:chgData name="Low, Julian [Student]" userId="S::cit297880@students.cit.edu.au::670550f4-1a87-41db-a570-05d874fb8438" providerId="AD" clId="Web-{F85BF554-8F0E-9773-9654-31BC8F27E74E}"/>
    <pc:docChg chg="modSld">
      <pc:chgData name="Low, Julian [Student]" userId="S::cit297880@students.cit.edu.au::670550f4-1a87-41db-a570-05d874fb8438" providerId="AD" clId="Web-{F85BF554-8F0E-9773-9654-31BC8F27E74E}" dt="2026-09-23T17:33:10.832" v="127" actId="1076"/>
      <pc:docMkLst>
        <pc:docMk/>
      </pc:docMkLst>
      <pc:sldChg chg="modSp">
        <pc:chgData name="Low, Julian [Student]" userId="S::cit297880@students.cit.edu.au::670550f4-1a87-41db-a570-05d874fb8438" providerId="AD" clId="Web-{F85BF554-8F0E-9773-9654-31BC8F27E74E}" dt="2026-09-23T17:32:58.270" v="125" actId="20577"/>
        <pc:sldMkLst>
          <pc:docMk/>
          <pc:sldMk cId="0" sldId="259"/>
        </pc:sldMkLst>
        <pc:spChg chg="mod">
          <ac:chgData name="Low, Julian [Student]" userId="S::cit297880@students.cit.edu.au::670550f4-1a87-41db-a570-05d874fb8438" providerId="AD" clId="Web-{F85BF554-8F0E-9773-9654-31BC8F27E74E}" dt="2026-09-23T17:32:58.270" v="125" actId="20577"/>
          <ac:spMkLst>
            <pc:docMk/>
            <pc:sldMk cId="0" sldId="259"/>
            <ac:spMk id="167" creationId="{00000000-0000-0000-0000-000000000000}"/>
          </ac:spMkLst>
        </pc:spChg>
      </pc:sldChg>
      <pc:sldChg chg="modSp">
        <pc:chgData name="Low, Julian [Student]" userId="S::cit297880@students.cit.edu.au::670550f4-1a87-41db-a570-05d874fb8438" providerId="AD" clId="Web-{F85BF554-8F0E-9773-9654-31BC8F27E74E}" dt="2026-09-23T17:18:32.379" v="45" actId="20577"/>
        <pc:sldMkLst>
          <pc:docMk/>
          <pc:sldMk cId="0" sldId="263"/>
        </pc:sldMkLst>
        <pc:spChg chg="mod">
          <ac:chgData name="Low, Julian [Student]" userId="S::cit297880@students.cit.edu.au::670550f4-1a87-41db-a570-05d874fb8438" providerId="AD" clId="Web-{F85BF554-8F0E-9773-9654-31BC8F27E74E}" dt="2026-09-23T17:18:27.379" v="44" actId="20577"/>
          <ac:spMkLst>
            <pc:docMk/>
            <pc:sldMk cId="0" sldId="263"/>
            <ac:spMk id="5" creationId="{5E5C7747-8AC3-E2B4-29C9-2FB4A7837911}"/>
          </ac:spMkLst>
        </pc:spChg>
        <pc:spChg chg="mod">
          <ac:chgData name="Low, Julian [Student]" userId="S::cit297880@students.cit.edu.au::670550f4-1a87-41db-a570-05d874fb8438" providerId="AD" clId="Web-{F85BF554-8F0E-9773-9654-31BC8F27E74E}" dt="2026-09-23T17:18:19.145" v="37" actId="20577"/>
          <ac:spMkLst>
            <pc:docMk/>
            <pc:sldMk cId="0" sldId="263"/>
            <ac:spMk id="259" creationId="{00000000-0000-0000-0000-000000000000}"/>
          </ac:spMkLst>
        </pc:spChg>
        <pc:spChg chg="mod">
          <ac:chgData name="Low, Julian [Student]" userId="S::cit297880@students.cit.edu.au::670550f4-1a87-41db-a570-05d874fb8438" providerId="AD" clId="Web-{F85BF554-8F0E-9773-9654-31BC8F27E74E}" dt="2026-09-23T17:18:32.379" v="45" actId="20577"/>
          <ac:spMkLst>
            <pc:docMk/>
            <pc:sldMk cId="0" sldId="263"/>
            <ac:spMk id="261" creationId="{00000000-0000-0000-0000-000000000000}"/>
          </ac:spMkLst>
        </pc:spChg>
        <pc:spChg chg="mod">
          <ac:chgData name="Low, Julian [Student]" userId="S::cit297880@students.cit.edu.au::670550f4-1a87-41db-a570-05d874fb8438" providerId="AD" clId="Web-{F85BF554-8F0E-9773-9654-31BC8F27E74E}" dt="2026-09-23T17:18:23.911" v="39" actId="20577"/>
          <ac:spMkLst>
            <pc:docMk/>
            <pc:sldMk cId="0" sldId="263"/>
            <ac:spMk id="262" creationId="{00000000-0000-0000-0000-000000000000}"/>
          </ac:spMkLst>
        </pc:spChg>
      </pc:sldChg>
      <pc:sldChg chg="addSp delSp modSp">
        <pc:chgData name="Low, Julian [Student]" userId="S::cit297880@students.cit.edu.au::670550f4-1a87-41db-a570-05d874fb8438" providerId="AD" clId="Web-{F85BF554-8F0E-9773-9654-31BC8F27E74E}" dt="2026-09-23T17:33:10.832" v="127" actId="1076"/>
        <pc:sldMkLst>
          <pc:docMk/>
          <pc:sldMk cId="0" sldId="264"/>
        </pc:sldMkLst>
        <pc:spChg chg="mod">
          <ac:chgData name="Low, Julian [Student]" userId="S::cit297880@students.cit.edu.au::670550f4-1a87-41db-a570-05d874fb8438" providerId="AD" clId="Web-{F85BF554-8F0E-9773-9654-31BC8F27E74E}" dt="2026-09-23T17:33:10.832" v="127" actId="1076"/>
          <ac:spMkLst>
            <pc:docMk/>
            <pc:sldMk cId="0" sldId="264"/>
            <ac:spMk id="291" creationId="{00000000-0000-0000-0000-000000000000}"/>
          </ac:spMkLst>
        </pc:spChg>
        <pc:spChg chg="mod">
          <ac:chgData name="Low, Julian [Student]" userId="S::cit297880@students.cit.edu.au::670550f4-1a87-41db-a570-05d874fb8438" providerId="AD" clId="Web-{F85BF554-8F0E-9773-9654-31BC8F27E74E}" dt="2026-09-23T17:33:04.692" v="126" actId="20577"/>
          <ac:spMkLst>
            <pc:docMk/>
            <pc:sldMk cId="0" sldId="264"/>
            <ac:spMk id="292" creationId="{00000000-0000-0000-0000-000000000000}"/>
          </ac:spMkLst>
        </pc:spChg>
        <pc:spChg chg="mod">
          <ac:chgData name="Low, Julian [Student]" userId="S::cit297880@students.cit.edu.au::670550f4-1a87-41db-a570-05d874fb8438" providerId="AD" clId="Web-{F85BF554-8F0E-9773-9654-31BC8F27E74E}" dt="2026-09-23T17:30:48.989" v="116" actId="1076"/>
          <ac:spMkLst>
            <pc:docMk/>
            <pc:sldMk cId="0" sldId="264"/>
            <ac:spMk id="293" creationId="{00000000-0000-0000-0000-000000000000}"/>
          </ac:spMkLst>
        </pc:spChg>
        <pc:picChg chg="add del mod">
          <ac:chgData name="Low, Julian [Student]" userId="S::cit297880@students.cit.edu.au::670550f4-1a87-41db-a570-05d874fb8438" providerId="AD" clId="Web-{F85BF554-8F0E-9773-9654-31BC8F27E74E}" dt="2026-09-23T17:30:05.098" v="102"/>
          <ac:picMkLst>
            <pc:docMk/>
            <pc:sldMk cId="0" sldId="264"/>
            <ac:picMk id="2" creationId="{54383E01-CDB5-C934-F63F-BCAC02A7706C}"/>
          </ac:picMkLst>
        </pc:picChg>
        <pc:picChg chg="add mod">
          <ac:chgData name="Low, Julian [Student]" userId="S::cit297880@students.cit.edu.au::670550f4-1a87-41db-a570-05d874fb8438" providerId="AD" clId="Web-{F85BF554-8F0E-9773-9654-31BC8F27E74E}" dt="2026-09-23T17:30:23.473" v="105" actId="1076"/>
          <ac:picMkLst>
            <pc:docMk/>
            <pc:sldMk cId="0" sldId="264"/>
            <ac:picMk id="3" creationId="{B8FA005E-2E58-FBF2-7720-4DE840E55676}"/>
          </ac:picMkLst>
        </pc:picChg>
      </pc:sldChg>
      <pc:sldChg chg="modSp">
        <pc:chgData name="Low, Julian [Student]" userId="S::cit297880@students.cit.edu.au::670550f4-1a87-41db-a570-05d874fb8438" providerId="AD" clId="Web-{F85BF554-8F0E-9773-9654-31BC8F27E74E}" dt="2026-09-23T17:22:33.504" v="78" actId="20577"/>
        <pc:sldMkLst>
          <pc:docMk/>
          <pc:sldMk cId="0" sldId="265"/>
        </pc:sldMkLst>
        <pc:spChg chg="mod">
          <ac:chgData name="Low, Julian [Student]" userId="S::cit297880@students.cit.edu.au::670550f4-1a87-41db-a570-05d874fb8438" providerId="AD" clId="Web-{F85BF554-8F0E-9773-9654-31BC8F27E74E}" dt="2026-09-23T17:22:15.894" v="75" actId="20577"/>
          <ac:spMkLst>
            <pc:docMk/>
            <pc:sldMk cId="0" sldId="265"/>
            <ac:spMk id="325" creationId="{00000000-0000-0000-0000-000000000000}"/>
          </ac:spMkLst>
        </pc:spChg>
        <pc:spChg chg="mod">
          <ac:chgData name="Low, Julian [Student]" userId="S::cit297880@students.cit.edu.au::670550f4-1a87-41db-a570-05d874fb8438" providerId="AD" clId="Web-{F85BF554-8F0E-9773-9654-31BC8F27E74E}" dt="2026-09-23T17:22:33.504" v="78" actId="20577"/>
          <ac:spMkLst>
            <pc:docMk/>
            <pc:sldMk cId="0" sldId="265"/>
            <ac:spMk id="326" creationId="{00000000-0000-0000-0000-000000000000}"/>
          </ac:spMkLst>
        </pc:spChg>
      </pc:sldChg>
      <pc:sldChg chg="addSp delSp modSp">
        <pc:chgData name="Low, Julian [Student]" userId="S::cit297880@students.cit.edu.au::670550f4-1a87-41db-a570-05d874fb8438" providerId="AD" clId="Web-{F85BF554-8F0E-9773-9654-31BC8F27E74E}" dt="2026-09-23T17:25:50.724" v="99" actId="14100"/>
        <pc:sldMkLst>
          <pc:docMk/>
          <pc:sldMk cId="0" sldId="266"/>
        </pc:sldMkLst>
        <pc:picChg chg="add del mod">
          <ac:chgData name="Low, Julian [Student]" userId="S::cit297880@students.cit.edu.au::670550f4-1a87-41db-a570-05d874fb8438" providerId="AD" clId="Web-{F85BF554-8F0E-9773-9654-31BC8F27E74E}" dt="2026-09-23T17:19:59.067" v="59"/>
          <ac:picMkLst>
            <pc:docMk/>
            <pc:sldMk cId="0" sldId="266"/>
            <ac:picMk id="2" creationId="{E665612B-AAB4-B72F-861E-4EFC36BD52C1}"/>
          </ac:picMkLst>
        </pc:picChg>
        <pc:picChg chg="add del mod">
          <ac:chgData name="Low, Julian [Student]" userId="S::cit297880@students.cit.edu.au::670550f4-1a87-41db-a570-05d874fb8438" providerId="AD" clId="Web-{F85BF554-8F0E-9773-9654-31BC8F27E74E}" dt="2026-09-23T17:23:21.021" v="85"/>
          <ac:picMkLst>
            <pc:docMk/>
            <pc:sldMk cId="0" sldId="266"/>
            <ac:picMk id="4" creationId="{38E6CF72-EDAC-8FEB-3649-853A567778A3}"/>
          </ac:picMkLst>
        </pc:picChg>
        <pc:picChg chg="add del mod">
          <ac:chgData name="Low, Julian [Student]" userId="S::cit297880@students.cit.edu.au::670550f4-1a87-41db-a570-05d874fb8438" providerId="AD" clId="Web-{F85BF554-8F0E-9773-9654-31BC8F27E74E}" dt="2026-09-23T17:23:42.927" v="90"/>
          <ac:picMkLst>
            <pc:docMk/>
            <pc:sldMk cId="0" sldId="266"/>
            <ac:picMk id="6" creationId="{45A99B8F-DB90-FE47-EED6-EB21AFFB9296}"/>
          </ac:picMkLst>
        </pc:picChg>
        <pc:picChg chg="add del mod">
          <ac:chgData name="Low, Julian [Student]" userId="S::cit297880@students.cit.edu.au::670550f4-1a87-41db-a570-05d874fb8438" providerId="AD" clId="Web-{F85BF554-8F0E-9773-9654-31BC8F27E74E}" dt="2026-09-23T17:25:03.349" v="94"/>
          <ac:picMkLst>
            <pc:docMk/>
            <pc:sldMk cId="0" sldId="266"/>
            <ac:picMk id="7" creationId="{053FA4AA-4FF5-0DB5-7DC9-D3C75EB8F178}"/>
          </ac:picMkLst>
        </pc:picChg>
        <pc:picChg chg="add mod">
          <ac:chgData name="Low, Julian [Student]" userId="S::cit297880@students.cit.edu.au::670550f4-1a87-41db-a570-05d874fb8438" providerId="AD" clId="Web-{F85BF554-8F0E-9773-9654-31BC8F27E74E}" dt="2026-09-23T17:25:50.724" v="99" actId="14100"/>
          <ac:picMkLst>
            <pc:docMk/>
            <pc:sldMk cId="0" sldId="266"/>
            <ac:picMk id="8" creationId="{A5F1180E-F9A1-8920-8946-9A43D99D0F59}"/>
          </ac:picMkLst>
        </pc:picChg>
      </pc:sldChg>
      <pc:sldChg chg="modSp">
        <pc:chgData name="Low, Julian [Student]" userId="S::cit297880@students.cit.edu.au::670550f4-1a87-41db-a570-05d874fb8438" providerId="AD" clId="Web-{F85BF554-8F0E-9773-9654-31BC8F27E74E}" dt="2026-09-23T17:14:30.802" v="28" actId="20577"/>
        <pc:sldMkLst>
          <pc:docMk/>
          <pc:sldMk cId="0" sldId="268"/>
        </pc:sldMkLst>
        <pc:spChg chg="mod">
          <ac:chgData name="Low, Julian [Student]" userId="S::cit297880@students.cit.edu.au::670550f4-1a87-41db-a570-05d874fb8438" providerId="AD" clId="Web-{F85BF554-8F0E-9773-9654-31BC8F27E74E}" dt="2026-09-23T17:14:30.802" v="28" actId="20577"/>
          <ac:spMkLst>
            <pc:docMk/>
            <pc:sldMk cId="0" sldId="268"/>
            <ac:spMk id="7" creationId="{95C2DD9E-271E-BF2F-A42C-14794F4BA87F}"/>
          </ac:spMkLst>
        </pc:spChg>
      </pc:sldChg>
    </pc:docChg>
  </pc:docChgLst>
  <pc:docChgLst>
    <pc:chgData name="Low, Julian [Student]" userId="S::cit297880@students.cit.edu.au::670550f4-1a87-41db-a570-05d874fb8438" providerId="AD" clId="Web-{E49F51EB-7E70-6828-81D1-B0BBA3896184}"/>
    <pc:docChg chg="modSld">
      <pc:chgData name="Low, Julian [Student]" userId="S::cit297880@students.cit.edu.au::670550f4-1a87-41db-a570-05d874fb8438" providerId="AD" clId="Web-{E49F51EB-7E70-6828-81D1-B0BBA3896184}" dt="2026-09-24T08:20:31.893" v="101" actId="1076"/>
      <pc:docMkLst>
        <pc:docMk/>
      </pc:docMkLst>
      <pc:sldChg chg="modSp">
        <pc:chgData name="Low, Julian [Student]" userId="S::cit297880@students.cit.edu.au::670550f4-1a87-41db-a570-05d874fb8438" providerId="AD" clId="Web-{E49F51EB-7E70-6828-81D1-B0BBA3896184}" dt="2026-09-24T07:43:29.700" v="37" actId="14100"/>
        <pc:sldMkLst>
          <pc:docMk/>
          <pc:sldMk cId="0" sldId="259"/>
        </pc:sldMkLst>
        <pc:spChg chg="mod">
          <ac:chgData name="Low, Julian [Student]" userId="S::cit297880@students.cit.edu.au::670550f4-1a87-41db-a570-05d874fb8438" providerId="AD" clId="Web-{E49F51EB-7E70-6828-81D1-B0BBA3896184}" dt="2026-09-24T07:43:29.700" v="37" actId="14100"/>
          <ac:spMkLst>
            <pc:docMk/>
            <pc:sldMk cId="0" sldId="259"/>
            <ac:spMk id="156" creationId="{00000000-0000-0000-0000-000000000000}"/>
          </ac:spMkLst>
        </pc:spChg>
        <pc:spChg chg="mod">
          <ac:chgData name="Low, Julian [Student]" userId="S::cit297880@students.cit.edu.au::670550f4-1a87-41db-a570-05d874fb8438" providerId="AD" clId="Web-{E49F51EB-7E70-6828-81D1-B0BBA3896184}" dt="2026-09-24T07:43:27.200" v="36" actId="20577"/>
          <ac:spMkLst>
            <pc:docMk/>
            <pc:sldMk cId="0" sldId="259"/>
            <ac:spMk id="167" creationId="{00000000-0000-0000-0000-000000000000}"/>
          </ac:spMkLst>
        </pc:spChg>
      </pc:sldChg>
      <pc:sldChg chg="addSp modSp">
        <pc:chgData name="Low, Julian [Student]" userId="S::cit297880@students.cit.edu.au::670550f4-1a87-41db-a570-05d874fb8438" providerId="AD" clId="Web-{E49F51EB-7E70-6828-81D1-B0BBA3896184}" dt="2026-09-24T08:20:31.893" v="101" actId="1076"/>
        <pc:sldMkLst>
          <pc:docMk/>
          <pc:sldMk cId="0" sldId="265"/>
        </pc:sldMkLst>
        <pc:spChg chg="add mod">
          <ac:chgData name="Low, Julian [Student]" userId="S::cit297880@students.cit.edu.au::670550f4-1a87-41db-a570-05d874fb8438" providerId="AD" clId="Web-{E49F51EB-7E70-6828-81D1-B0BBA3896184}" dt="2026-09-24T08:19:44.610" v="94" actId="1076"/>
          <ac:spMkLst>
            <pc:docMk/>
            <pc:sldMk cId="0" sldId="265"/>
            <ac:spMk id="2" creationId="{04CE08A3-9A9E-9700-66ED-6C90D6CC184D}"/>
          </ac:spMkLst>
        </pc:spChg>
        <pc:spChg chg="add mod">
          <ac:chgData name="Low, Julian [Student]" userId="S::cit297880@students.cit.edu.au::670550f4-1a87-41db-a570-05d874fb8438" providerId="AD" clId="Web-{E49F51EB-7E70-6828-81D1-B0BBA3896184}" dt="2026-09-24T08:19:44.642" v="95" actId="1076"/>
          <ac:spMkLst>
            <pc:docMk/>
            <pc:sldMk cId="0" sldId="265"/>
            <ac:spMk id="3" creationId="{7CEBEAAA-681B-8490-DB81-D0D54ACC9BC3}"/>
          </ac:spMkLst>
        </pc:spChg>
        <pc:spChg chg="add mod">
          <ac:chgData name="Low, Julian [Student]" userId="S::cit297880@students.cit.edu.au::670550f4-1a87-41db-a570-05d874fb8438" providerId="AD" clId="Web-{E49F51EB-7E70-6828-81D1-B0BBA3896184}" dt="2026-09-24T08:19:44.689" v="96" actId="1076"/>
          <ac:spMkLst>
            <pc:docMk/>
            <pc:sldMk cId="0" sldId="265"/>
            <ac:spMk id="4" creationId="{AA4C90E4-F044-AB37-D77E-642435E016C7}"/>
          </ac:spMkLst>
        </pc:spChg>
        <pc:spChg chg="mod">
          <ac:chgData name="Low, Julian [Student]" userId="S::cit297880@students.cit.edu.au::670550f4-1a87-41db-a570-05d874fb8438" providerId="AD" clId="Web-{E49F51EB-7E70-6828-81D1-B0BBA3896184}" dt="2026-09-24T08:18:31.873" v="82" actId="1076"/>
          <ac:spMkLst>
            <pc:docMk/>
            <pc:sldMk cId="0" sldId="265"/>
            <ac:spMk id="302" creationId="{00000000-0000-0000-0000-000000000000}"/>
          </ac:spMkLst>
        </pc:spChg>
        <pc:spChg chg="mod">
          <ac:chgData name="Low, Julian [Student]" userId="S::cit297880@students.cit.edu.au::670550f4-1a87-41db-a570-05d874fb8438" providerId="AD" clId="Web-{E49F51EB-7E70-6828-81D1-B0BBA3896184}" dt="2026-09-24T08:19:39.735" v="90" actId="1076"/>
          <ac:spMkLst>
            <pc:docMk/>
            <pc:sldMk cId="0" sldId="265"/>
            <ac:spMk id="304" creationId="{00000000-0000-0000-0000-000000000000}"/>
          </ac:spMkLst>
        </pc:spChg>
        <pc:spChg chg="mod">
          <ac:chgData name="Low, Julian [Student]" userId="S::cit297880@students.cit.edu.au::670550f4-1a87-41db-a570-05d874fb8438" providerId="AD" clId="Web-{E49F51EB-7E70-6828-81D1-B0BBA3896184}" dt="2026-09-24T08:18:31.873" v="80" actId="1076"/>
          <ac:spMkLst>
            <pc:docMk/>
            <pc:sldMk cId="0" sldId="265"/>
            <ac:spMk id="314" creationId="{00000000-0000-0000-0000-000000000000}"/>
          </ac:spMkLst>
        </pc:spChg>
        <pc:spChg chg="mod">
          <ac:chgData name="Low, Julian [Student]" userId="S::cit297880@students.cit.edu.au::670550f4-1a87-41db-a570-05d874fb8438" providerId="AD" clId="Web-{E49F51EB-7E70-6828-81D1-B0BBA3896184}" dt="2026-09-24T08:18:31.873" v="79" actId="1076"/>
          <ac:spMkLst>
            <pc:docMk/>
            <pc:sldMk cId="0" sldId="265"/>
            <ac:spMk id="321" creationId="{00000000-0000-0000-0000-000000000000}"/>
          </ac:spMkLst>
        </pc:spChg>
        <pc:spChg chg="mod">
          <ac:chgData name="Low, Julian [Student]" userId="S::cit297880@students.cit.edu.au::670550f4-1a87-41db-a570-05d874fb8438" providerId="AD" clId="Web-{E49F51EB-7E70-6828-81D1-B0BBA3896184}" dt="2026-09-24T08:18:31.873" v="78" actId="1076"/>
          <ac:spMkLst>
            <pc:docMk/>
            <pc:sldMk cId="0" sldId="265"/>
            <ac:spMk id="322" creationId="{00000000-0000-0000-0000-000000000000}"/>
          </ac:spMkLst>
        </pc:spChg>
        <pc:spChg chg="mod">
          <ac:chgData name="Low, Julian [Student]" userId="S::cit297880@students.cit.edu.au::670550f4-1a87-41db-a570-05d874fb8438" providerId="AD" clId="Web-{E49F51EB-7E70-6828-81D1-B0BBA3896184}" dt="2026-09-24T08:19:39.813" v="92" actId="1076"/>
          <ac:spMkLst>
            <pc:docMk/>
            <pc:sldMk cId="0" sldId="265"/>
            <ac:spMk id="325" creationId="{00000000-0000-0000-0000-000000000000}"/>
          </ac:spMkLst>
        </pc:spChg>
        <pc:spChg chg="mod">
          <ac:chgData name="Low, Julian [Student]" userId="S::cit297880@students.cit.edu.au::670550f4-1a87-41db-a570-05d874fb8438" providerId="AD" clId="Web-{E49F51EB-7E70-6828-81D1-B0BBA3896184}" dt="2026-09-24T08:19:39.845" v="93" actId="1076"/>
          <ac:spMkLst>
            <pc:docMk/>
            <pc:sldMk cId="0" sldId="265"/>
            <ac:spMk id="326" creationId="{00000000-0000-0000-0000-000000000000}"/>
          </ac:spMkLst>
        </pc:spChg>
        <pc:picChg chg="add mod">
          <ac:chgData name="Low, Julian [Student]" userId="S::cit297880@students.cit.edu.au::670550f4-1a87-41db-a570-05d874fb8438" providerId="AD" clId="Web-{E49F51EB-7E70-6828-81D1-B0BBA3896184}" dt="2026-09-24T08:20:31.893" v="101" actId="1076"/>
          <ac:picMkLst>
            <pc:docMk/>
            <pc:sldMk cId="0" sldId="265"/>
            <ac:picMk id="5" creationId="{A2CFF503-C851-8C81-3580-100648B41AB5}"/>
          </ac:picMkLst>
        </pc:picChg>
        <pc:picChg chg="mod">
          <ac:chgData name="Low, Julian [Student]" userId="S::cit297880@students.cit.edu.au::670550f4-1a87-41db-a570-05d874fb8438" providerId="AD" clId="Web-{E49F51EB-7E70-6828-81D1-B0BBA3896184}" dt="2026-09-24T08:18:31.873" v="81" actId="1076"/>
          <ac:picMkLst>
            <pc:docMk/>
            <pc:sldMk cId="0" sldId="265"/>
            <ac:picMk id="308" creationId="{00000000-0000-0000-0000-000000000000}"/>
          </ac:picMkLst>
        </pc:picChg>
        <pc:picChg chg="mod">
          <ac:chgData name="Low, Julian [Student]" userId="S::cit297880@students.cit.edu.au::670550f4-1a87-41db-a570-05d874fb8438" providerId="AD" clId="Web-{E49F51EB-7E70-6828-81D1-B0BBA3896184}" dt="2026-09-24T08:19:39.767" v="91" actId="1076"/>
          <ac:picMkLst>
            <pc:docMk/>
            <pc:sldMk cId="0" sldId="265"/>
            <ac:picMk id="310" creationId="{00000000-0000-0000-0000-00000000000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4" name="Google Shape;114;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a:extLst>
            <a:ext uri="{FF2B5EF4-FFF2-40B4-BE49-F238E27FC236}">
              <a16:creationId xmlns:a16="http://schemas.microsoft.com/office/drawing/2014/main" id="{E783B37A-575B-1B87-4598-C7D7E45145F7}"/>
            </a:ext>
          </a:extLst>
        </p:cNvPr>
        <p:cNvGrpSpPr/>
        <p:nvPr/>
      </p:nvGrpSpPr>
      <p:grpSpPr>
        <a:xfrm>
          <a:off x="0" y="0"/>
          <a:ext cx="0" cy="0"/>
          <a:chOff x="0" y="0"/>
          <a:chExt cx="0" cy="0"/>
        </a:xfrm>
      </p:grpSpPr>
      <p:sp>
        <p:nvSpPr>
          <p:cNvPr id="113" name="Google Shape;113;p2:notes">
            <a:extLst>
              <a:ext uri="{FF2B5EF4-FFF2-40B4-BE49-F238E27FC236}">
                <a16:creationId xmlns:a16="http://schemas.microsoft.com/office/drawing/2014/main" id="{CFE26778-9117-11B9-7A1D-4069E52B455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4" name="Google Shape;114;p2:notes">
            <a:extLst>
              <a:ext uri="{FF2B5EF4-FFF2-40B4-BE49-F238E27FC236}">
                <a16:creationId xmlns:a16="http://schemas.microsoft.com/office/drawing/2014/main" id="{141EF858-73D0-5474-49F3-088BBE979AD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647755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8" name="Google Shape;138;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3" name="Google Shape;15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6" name="Google Shape;176;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1" name="Google Shape;191;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2" name="Google Shape;22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6" name="Google Shape;246;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9" name="Google Shape;269;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8" name="Google Shape;298;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9" name="Google Shape;329;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4" name="Google Shape;354;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9"/>
        <p:cNvGrpSpPr/>
        <p:nvPr/>
      </p:nvGrpSpPr>
      <p:grpSpPr>
        <a:xfrm>
          <a:off x="0" y="0"/>
          <a:ext cx="0" cy="0"/>
          <a:chOff x="0" y="0"/>
          <a:chExt cx="0" cy="0"/>
        </a:xfrm>
      </p:grpSpPr>
      <p:sp>
        <p:nvSpPr>
          <p:cNvPr id="380" name="Google Shape;380;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81" name="Google Shape;381;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2"/>
        <p:cNvGrpSpPr/>
        <p:nvPr/>
      </p:nvGrpSpPr>
      <p:grpSpPr>
        <a:xfrm>
          <a:off x="0" y="0"/>
          <a:ext cx="0" cy="0"/>
          <a:chOff x="0" y="0"/>
          <a:chExt cx="0" cy="0"/>
        </a:xfrm>
      </p:grpSpPr>
      <p:sp>
        <p:nvSpPr>
          <p:cNvPr id="403" name="Google Shape;403;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4" name="Google Shape;404;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25.jpeg"/><Relationship Id="rId4" Type="http://schemas.openxmlformats.org/officeDocument/2006/relationships/image" Target="../media/image24.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27.png"/><Relationship Id="rId4" Type="http://schemas.openxmlformats.org/officeDocument/2006/relationships/image" Target="../media/image26.png"/></Relationships>
</file>

<file path=ppt/slides/_rels/slide11.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 Id="rId9" Type="http://schemas.openxmlformats.org/officeDocument/2006/relationships/image" Target="../media/image34.png"/></Relationships>
</file>

<file path=ppt/slides/_rels/slide1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37.png"/><Relationship Id="rId4" Type="http://schemas.openxmlformats.org/officeDocument/2006/relationships/image" Target="../media/image36.png"/></Relationships>
</file>

<file path=ppt/slides/_rels/slide1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40.png"/><Relationship Id="rId4" Type="http://schemas.openxmlformats.org/officeDocument/2006/relationships/image" Target="../media/image39.png"/></Relationships>
</file>

<file path=ppt/slides/_rels/slide1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42.png"/></Relationships>
</file>

<file path=ppt/slides/_rels/slide15.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90D16"/>
        </a:solidFill>
        <a:effectLst/>
      </p:bgPr>
    </p:bg>
    <p:spTree>
      <p:nvGrpSpPr>
        <p:cNvPr id="1" name="Shape 83"/>
        <p:cNvGrpSpPr/>
        <p:nvPr/>
      </p:nvGrpSpPr>
      <p:grpSpPr>
        <a:xfrm>
          <a:off x="0" y="0"/>
          <a:ext cx="0" cy="0"/>
          <a:chOff x="0" y="0"/>
          <a:chExt cx="0" cy="0"/>
        </a:xfrm>
      </p:grpSpPr>
      <p:sp>
        <p:nvSpPr>
          <p:cNvPr id="84" name="Google Shape;84;p13"/>
          <p:cNvSpPr/>
          <p:nvPr/>
        </p:nvSpPr>
        <p:spPr>
          <a:xfrm>
            <a:off x="609600" y="6067425"/>
            <a:ext cx="10972800" cy="33337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5" name="Google Shape;85;p13"/>
          <p:cNvSpPr/>
          <p:nvPr/>
        </p:nvSpPr>
        <p:spPr>
          <a:xfrm>
            <a:off x="9072562" y="500062"/>
            <a:ext cx="2509837" cy="304800"/>
          </a:xfrm>
          <a:prstGeom prst="roundRect">
            <a:avLst>
              <a:gd name="adj" fmla="val 12500"/>
            </a:avLst>
          </a:prstGeom>
          <a:solidFill>
            <a:srgbClr val="1E1B4B"/>
          </a:solidFill>
          <a:ln w="9525" cap="flat" cmpd="sng">
            <a:solidFill>
              <a:srgbClr val="4338CA"/>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6" name="Google Shape;86;p13"/>
          <p:cNvSpPr/>
          <p:nvPr/>
        </p:nvSpPr>
        <p:spPr>
          <a:xfrm>
            <a:off x="609600" y="2085975"/>
            <a:ext cx="2857500" cy="2943225"/>
          </a:xfrm>
          <a:prstGeom prst="roundRect">
            <a:avLst>
              <a:gd name="adj" fmla="val 4000"/>
            </a:avLst>
          </a:prstGeom>
          <a:solidFill>
            <a:srgbClr val="0F172A"/>
          </a:solidFill>
          <a:ln w="9525" cap="flat" cmpd="sng">
            <a:solidFill>
              <a:srgbClr val="1E29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7" name="Google Shape;87;p13"/>
          <p:cNvSpPr/>
          <p:nvPr/>
        </p:nvSpPr>
        <p:spPr>
          <a:xfrm>
            <a:off x="609600" y="6067425"/>
            <a:ext cx="10972800" cy="9525"/>
          </a:xfrm>
          <a:prstGeom prst="rect">
            <a:avLst/>
          </a:prstGeom>
          <a:solidFill>
            <a:srgbClr val="1E293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8" name="Google Shape;88;p13"/>
          <p:cNvSpPr/>
          <p:nvPr/>
        </p:nvSpPr>
        <p:spPr>
          <a:xfrm>
            <a:off x="4076700" y="3949951"/>
            <a:ext cx="762000" cy="28500"/>
          </a:xfrm>
          <a:prstGeom prst="rect">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9" name="Google Shape;89;p13"/>
          <p:cNvSpPr/>
          <p:nvPr/>
        </p:nvSpPr>
        <p:spPr>
          <a:xfrm>
            <a:off x="6858000" y="4245226"/>
            <a:ext cx="2943300" cy="4287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0" name="Google Shape;90;p13"/>
          <p:cNvSpPr/>
          <p:nvPr/>
        </p:nvSpPr>
        <p:spPr>
          <a:xfrm>
            <a:off x="6858000" y="4245226"/>
            <a:ext cx="9600" cy="428700"/>
          </a:xfrm>
          <a:prstGeom prst="rect">
            <a:avLst/>
          </a:prstGeom>
          <a:solidFill>
            <a:srgbClr val="1E293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91" name="Google Shape;91;p13" descr="image.png"/>
          <p:cNvPicPr preferRelativeResize="0"/>
          <p:nvPr/>
        </p:nvPicPr>
        <p:blipFill rotWithShape="1">
          <a:blip r:embed="rId3">
            <a:alphaModFix/>
          </a:blip>
          <a:srcRect/>
          <a:stretch/>
        </p:blipFill>
        <p:spPr>
          <a:xfrm>
            <a:off x="609600" y="538162"/>
            <a:ext cx="228600" cy="228600"/>
          </a:xfrm>
          <a:prstGeom prst="rect">
            <a:avLst/>
          </a:prstGeom>
          <a:noFill/>
          <a:ln>
            <a:noFill/>
          </a:ln>
        </p:spPr>
      </p:pic>
      <p:pic>
        <p:nvPicPr>
          <p:cNvPr id="92" name="Google Shape;92;p13" descr="image.png"/>
          <p:cNvPicPr preferRelativeResize="0"/>
          <p:nvPr/>
        </p:nvPicPr>
        <p:blipFill rotWithShape="1">
          <a:blip r:embed="rId4">
            <a:alphaModFix/>
          </a:blip>
          <a:srcRect/>
          <a:stretch/>
        </p:blipFill>
        <p:spPr>
          <a:xfrm>
            <a:off x="1181100" y="2400300"/>
            <a:ext cx="1714500" cy="1714500"/>
          </a:xfrm>
          <a:prstGeom prst="rect">
            <a:avLst/>
          </a:prstGeom>
          <a:noFill/>
          <a:ln>
            <a:noFill/>
          </a:ln>
        </p:spPr>
      </p:pic>
      <p:pic>
        <p:nvPicPr>
          <p:cNvPr id="93" name="Google Shape;93;p13" descr="image.png"/>
          <p:cNvPicPr preferRelativeResize="0"/>
          <p:nvPr/>
        </p:nvPicPr>
        <p:blipFill rotWithShape="1">
          <a:blip r:embed="rId5">
            <a:alphaModFix/>
          </a:blip>
          <a:srcRect/>
          <a:stretch/>
        </p:blipFill>
        <p:spPr>
          <a:xfrm>
            <a:off x="9972675" y="6248400"/>
            <a:ext cx="133350" cy="133350"/>
          </a:xfrm>
          <a:prstGeom prst="rect">
            <a:avLst/>
          </a:prstGeom>
          <a:noFill/>
          <a:ln>
            <a:noFill/>
          </a:ln>
        </p:spPr>
      </p:pic>
      <p:pic>
        <p:nvPicPr>
          <p:cNvPr id="94" name="Google Shape;94;p13" descr="image.png"/>
          <p:cNvPicPr preferRelativeResize="0"/>
          <p:nvPr/>
        </p:nvPicPr>
        <p:blipFill rotWithShape="1">
          <a:blip r:embed="rId6">
            <a:alphaModFix/>
          </a:blip>
          <a:srcRect/>
          <a:stretch/>
        </p:blipFill>
        <p:spPr>
          <a:xfrm>
            <a:off x="9215437" y="576262"/>
            <a:ext cx="128587" cy="133350"/>
          </a:xfrm>
          <a:prstGeom prst="rect">
            <a:avLst/>
          </a:prstGeom>
          <a:noFill/>
          <a:ln>
            <a:noFill/>
          </a:ln>
        </p:spPr>
      </p:pic>
      <p:pic>
        <p:nvPicPr>
          <p:cNvPr id="95" name="Google Shape;95;p13" title="skynet_logo.jpg"/>
          <p:cNvPicPr preferRelativeResize="0"/>
          <p:nvPr/>
        </p:nvPicPr>
        <p:blipFill rotWithShape="1">
          <a:blip r:embed="rId7">
            <a:alphaModFix/>
          </a:blip>
          <a:srcRect/>
          <a:stretch/>
        </p:blipFill>
        <p:spPr>
          <a:xfrm>
            <a:off x="1200150" y="2419350"/>
            <a:ext cx="1676400" cy="1676399"/>
          </a:xfrm>
          <a:prstGeom prst="rect">
            <a:avLst/>
          </a:prstGeom>
          <a:noFill/>
          <a:ln>
            <a:noFill/>
          </a:ln>
        </p:spPr>
      </p:pic>
      <p:sp>
        <p:nvSpPr>
          <p:cNvPr id="96" name="Google Shape;96;p13"/>
          <p:cNvSpPr txBox="1"/>
          <p:nvPr/>
        </p:nvSpPr>
        <p:spPr>
          <a:xfrm>
            <a:off x="609600" y="6229350"/>
            <a:ext cx="3750468" cy="171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64748B"/>
                </a:solidFill>
                <a:latin typeface="Space Grotesk"/>
                <a:ea typeface="Space Grotesk"/>
                <a:cs typeface="Space Grotesk"/>
                <a:sym typeface="Space Grotesk"/>
              </a:rPr>
              <a:t>© Cyberdyne Systems Inc. All Rights Reserved.</a:t>
            </a:r>
            <a:endParaRPr/>
          </a:p>
        </p:txBody>
      </p:sp>
      <p:sp>
        <p:nvSpPr>
          <p:cNvPr id="97" name="Google Shape;97;p13"/>
          <p:cNvSpPr txBox="1"/>
          <p:nvPr/>
        </p:nvSpPr>
        <p:spPr>
          <a:xfrm>
            <a:off x="9972675" y="6229350"/>
            <a:ext cx="2012156" cy="171450"/>
          </a:xfrm>
          <a:prstGeom prst="rect">
            <a:avLst/>
          </a:prstGeom>
          <a:noFill/>
          <a:ln>
            <a:noFill/>
          </a:ln>
        </p:spPr>
        <p:txBody>
          <a:bodyPr spcFirstLastPara="1" wrap="square" lIns="190500" tIns="0" rIns="0" bIns="0" anchor="t" anchorCtr="0">
            <a:spAutoFit/>
          </a:bodyPr>
          <a:lstStyle/>
          <a:p>
            <a:pPr marL="0" marR="0" lvl="0" indent="0" algn="l" rtl="0">
              <a:spcBef>
                <a:spcPts val="0"/>
              </a:spcBef>
              <a:spcAft>
                <a:spcPts val="0"/>
              </a:spcAft>
              <a:buNone/>
            </a:pPr>
            <a:r>
              <a:rPr lang="en-US" sz="1050" b="0" i="0" u="none" strike="noStrike" cap="none">
                <a:solidFill>
                  <a:srgbClr val="64748B"/>
                </a:solidFill>
                <a:latin typeface="Space Grotesk"/>
                <a:ea typeface="Space Grotesk"/>
                <a:cs typeface="Space Grotesk"/>
                <a:sym typeface="Space Grotesk"/>
              </a:rPr>
              <a:t>System Status: Online</a:t>
            </a:r>
            <a:endParaRPr/>
          </a:p>
        </p:txBody>
      </p:sp>
      <p:sp>
        <p:nvSpPr>
          <p:cNvPr id="98" name="Google Shape;98;p13"/>
          <p:cNvSpPr txBox="1"/>
          <p:nvPr/>
        </p:nvSpPr>
        <p:spPr>
          <a:xfrm>
            <a:off x="9215437" y="566737"/>
            <a:ext cx="2780109" cy="171450"/>
          </a:xfrm>
          <a:prstGeom prst="rect">
            <a:avLst/>
          </a:prstGeom>
          <a:noFill/>
          <a:ln>
            <a:noFill/>
          </a:ln>
        </p:spPr>
        <p:txBody>
          <a:bodyPr spcFirstLastPara="1" wrap="square" lIns="185725" tIns="0" rIns="0" bIns="0" anchor="t" anchorCtr="0">
            <a:spAutoFit/>
          </a:bodyPr>
          <a:lstStyle/>
          <a:p>
            <a:pPr marL="0" marR="0" lvl="0" indent="0" algn="l" rtl="0">
              <a:spcBef>
                <a:spcPts val="0"/>
              </a:spcBef>
              <a:spcAft>
                <a:spcPts val="0"/>
              </a:spcAft>
              <a:buNone/>
            </a:pPr>
            <a:r>
              <a:rPr lang="en-US" sz="1050" b="1" i="0" u="none" strike="noStrike" cap="none">
                <a:solidFill>
                  <a:srgbClr val="818CF8"/>
                </a:solidFill>
                <a:latin typeface="Rajdhani"/>
                <a:ea typeface="Rajdhani"/>
                <a:cs typeface="Rajdhani"/>
                <a:sym typeface="Rajdhani"/>
              </a:rPr>
              <a:t>LEVEL 5 CLEARANCE REQUIRED</a:t>
            </a:r>
            <a:endParaRPr/>
          </a:p>
        </p:txBody>
      </p:sp>
      <p:sp>
        <p:nvSpPr>
          <p:cNvPr id="99" name="Google Shape;99;p13"/>
          <p:cNvSpPr txBox="1"/>
          <p:nvPr/>
        </p:nvSpPr>
        <p:spPr>
          <a:xfrm>
            <a:off x="734615" y="4305300"/>
            <a:ext cx="2607468" cy="1809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125" b="1" i="0" u="none" strike="noStrike" cap="none">
                <a:solidFill>
                  <a:srgbClr val="38BDF8"/>
                </a:solidFill>
                <a:latin typeface="Rajdhani"/>
                <a:ea typeface="Rajdhani"/>
                <a:cs typeface="Rajdhani"/>
                <a:sym typeface="Rajdhani"/>
              </a:rPr>
              <a:t>PROJECT SKYNET INITIATIVE</a:t>
            </a:r>
            <a:endParaRPr/>
          </a:p>
        </p:txBody>
      </p:sp>
      <p:sp>
        <p:nvSpPr>
          <p:cNvPr id="100" name="Google Shape;100;p13"/>
          <p:cNvSpPr txBox="1"/>
          <p:nvPr/>
        </p:nvSpPr>
        <p:spPr>
          <a:xfrm>
            <a:off x="889396" y="4543425"/>
            <a:ext cx="2297906" cy="1714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050" b="0" i="0" u="none" strike="noStrike" cap="none">
                <a:solidFill>
                  <a:srgbClr val="94A3B8"/>
                </a:solidFill>
                <a:latin typeface="Space Grotesk"/>
                <a:ea typeface="Space Grotesk"/>
                <a:cs typeface="Space Grotesk"/>
                <a:sym typeface="Space Grotesk"/>
              </a:rPr>
              <a:t>Sunnyvale Headquarters, CA</a:t>
            </a:r>
            <a:endParaRPr/>
          </a:p>
        </p:txBody>
      </p:sp>
      <p:sp>
        <p:nvSpPr>
          <p:cNvPr id="101" name="Google Shape;101;p13"/>
          <p:cNvSpPr txBox="1"/>
          <p:nvPr/>
        </p:nvSpPr>
        <p:spPr>
          <a:xfrm>
            <a:off x="4076700" y="2017514"/>
            <a:ext cx="8115300" cy="1809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125" b="1" i="0" u="none" strike="noStrike" cap="none">
                <a:solidFill>
                  <a:srgbClr val="38BDF8"/>
                </a:solidFill>
                <a:latin typeface="Rajdhani"/>
                <a:ea typeface="Rajdhani"/>
                <a:cs typeface="Rajdhani"/>
                <a:sym typeface="Rajdhani"/>
              </a:rPr>
              <a:t>TECHNICAL ARCHITECTURE BRIEFING</a:t>
            </a:r>
            <a:endParaRPr/>
          </a:p>
        </p:txBody>
      </p:sp>
      <p:sp>
        <p:nvSpPr>
          <p:cNvPr id="102" name="Google Shape;102;p13"/>
          <p:cNvSpPr txBox="1"/>
          <p:nvPr/>
        </p:nvSpPr>
        <p:spPr>
          <a:xfrm>
            <a:off x="4076700" y="2312789"/>
            <a:ext cx="7980900" cy="600300"/>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3900" b="1" i="0" u="none" strike="noStrike" cap="none">
                <a:solidFill>
                  <a:srgbClr val="FFFFFF"/>
                </a:solidFill>
                <a:latin typeface="Rajdhani"/>
                <a:ea typeface="Rajdhani"/>
                <a:cs typeface="Rajdhani"/>
                <a:sym typeface="Rajdhani"/>
              </a:rPr>
              <a:t>NETWORK </a:t>
            </a:r>
            <a:r>
              <a:rPr lang="en-US" sz="3900" b="1">
                <a:solidFill>
                  <a:srgbClr val="FFFFFF"/>
                </a:solidFill>
                <a:latin typeface="Rajdhani"/>
                <a:ea typeface="Rajdhani"/>
                <a:cs typeface="Rajdhani"/>
                <a:sym typeface="Rajdhani"/>
              </a:rPr>
              <a:t>PROJECT PROTOTYPE #1</a:t>
            </a:r>
            <a:endParaRPr/>
          </a:p>
        </p:txBody>
      </p:sp>
      <p:sp>
        <p:nvSpPr>
          <p:cNvPr id="103" name="Google Shape;103;p13"/>
          <p:cNvSpPr txBox="1"/>
          <p:nvPr/>
        </p:nvSpPr>
        <p:spPr>
          <a:xfrm>
            <a:off x="4076700" y="3028960"/>
            <a:ext cx="6000900" cy="5196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94A3B8"/>
                </a:solidFill>
                <a:latin typeface="Space Grotesk"/>
                <a:ea typeface="Space Grotesk"/>
                <a:cs typeface="Space Grotesk"/>
                <a:sym typeface="Space Grotesk"/>
              </a:rPr>
              <a:t>Comprehensive architecture blueprint for autonomous network backbones, encrypted mesh relays, and zero-trust security layers.</a:t>
            </a:r>
            <a:endParaRPr/>
          </a:p>
        </p:txBody>
      </p:sp>
      <p:sp>
        <p:nvSpPr>
          <p:cNvPr id="104" name="Google Shape;104;p13"/>
          <p:cNvSpPr txBox="1"/>
          <p:nvPr/>
        </p:nvSpPr>
        <p:spPr>
          <a:xfrm>
            <a:off x="990600" y="457200"/>
            <a:ext cx="4441031" cy="2190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1" i="0" u="none" strike="noStrike" cap="none">
                <a:solidFill>
                  <a:srgbClr val="FFFFFF"/>
                </a:solidFill>
                <a:latin typeface="Rajdhani"/>
                <a:ea typeface="Rajdhani"/>
                <a:cs typeface="Rajdhani"/>
                <a:sym typeface="Rajdhani"/>
              </a:rPr>
              <a:t>CYBERDYNE SYSTEMS CORPORATION</a:t>
            </a:r>
            <a:endParaRPr/>
          </a:p>
        </p:txBody>
      </p:sp>
      <p:sp>
        <p:nvSpPr>
          <p:cNvPr id="105" name="Google Shape;105;p13"/>
          <p:cNvSpPr txBox="1"/>
          <p:nvPr/>
        </p:nvSpPr>
        <p:spPr>
          <a:xfrm>
            <a:off x="990600" y="676275"/>
            <a:ext cx="4441031" cy="171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64748B"/>
                </a:solidFill>
                <a:latin typeface="Space Grotesk"/>
                <a:ea typeface="Space Grotesk"/>
                <a:cs typeface="Space Grotesk"/>
                <a:sym typeface="Space Grotesk"/>
              </a:rPr>
              <a:t>SPECIAL PROJECT DIVISION // DEFENSE NETWORKS</a:t>
            </a:r>
            <a:endParaRPr/>
          </a:p>
        </p:txBody>
      </p:sp>
      <p:sp>
        <p:nvSpPr>
          <p:cNvPr id="106" name="Google Shape;106;p13"/>
          <p:cNvSpPr txBox="1"/>
          <p:nvPr/>
        </p:nvSpPr>
        <p:spPr>
          <a:xfrm>
            <a:off x="4076700" y="4245226"/>
            <a:ext cx="3000300" cy="161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a:solidFill>
                  <a:srgbClr val="64748B"/>
                </a:solidFill>
                <a:latin typeface="Space Grotesk"/>
                <a:ea typeface="Space Grotesk"/>
                <a:cs typeface="Space Grotesk"/>
                <a:sym typeface="Space Grotesk"/>
              </a:rPr>
              <a:t>PREPARED BY</a:t>
            </a:r>
            <a:endParaRPr/>
          </a:p>
        </p:txBody>
      </p:sp>
      <p:sp>
        <p:nvSpPr>
          <p:cNvPr id="107" name="Google Shape;107;p13"/>
          <p:cNvSpPr txBox="1"/>
          <p:nvPr/>
        </p:nvSpPr>
        <p:spPr>
          <a:xfrm>
            <a:off x="4076700" y="4454776"/>
            <a:ext cx="3000300" cy="207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1" i="0" u="none" strike="noStrike" cap="none">
                <a:solidFill>
                  <a:srgbClr val="F1F5F9"/>
                </a:solidFill>
                <a:latin typeface="Space Grotesk"/>
                <a:ea typeface="Space Grotesk"/>
                <a:cs typeface="Space Grotesk"/>
                <a:sym typeface="Space Grotesk"/>
              </a:rPr>
              <a:t>Network Engineering Division</a:t>
            </a:r>
            <a:endParaRPr/>
          </a:p>
        </p:txBody>
      </p:sp>
      <p:sp>
        <p:nvSpPr>
          <p:cNvPr id="108" name="Google Shape;108;p13"/>
          <p:cNvSpPr txBox="1"/>
          <p:nvPr/>
        </p:nvSpPr>
        <p:spPr>
          <a:xfrm>
            <a:off x="7248525" y="4245226"/>
            <a:ext cx="3190800" cy="161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a:solidFill>
                  <a:srgbClr val="64748B"/>
                </a:solidFill>
                <a:latin typeface="Space Grotesk"/>
                <a:ea typeface="Space Grotesk"/>
                <a:cs typeface="Space Grotesk"/>
                <a:sym typeface="Space Grotesk"/>
              </a:rPr>
              <a:t>TARGET FACILITY</a:t>
            </a:r>
            <a:endParaRPr/>
          </a:p>
        </p:txBody>
      </p:sp>
      <p:sp>
        <p:nvSpPr>
          <p:cNvPr id="109" name="Google Shape;109;p13"/>
          <p:cNvSpPr txBox="1"/>
          <p:nvPr/>
        </p:nvSpPr>
        <p:spPr>
          <a:xfrm>
            <a:off x="7248525" y="4454776"/>
            <a:ext cx="3190800" cy="207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1" i="0" u="none" strike="noStrike" cap="none">
                <a:solidFill>
                  <a:srgbClr val="F1F5F9"/>
                </a:solidFill>
                <a:latin typeface="Space Grotesk"/>
                <a:ea typeface="Space Grotesk"/>
                <a:cs typeface="Space Grotesk"/>
                <a:sym typeface="Space Grotesk"/>
              </a:rPr>
              <a:t>Strategic Operations Command</a:t>
            </a:r>
            <a:endParaRPr/>
          </a:p>
        </p:txBody>
      </p:sp>
      <p:sp>
        <p:nvSpPr>
          <p:cNvPr id="110" name="Google Shape;110;p13"/>
          <p:cNvSpPr txBox="1"/>
          <p:nvPr/>
        </p:nvSpPr>
        <p:spPr>
          <a:xfrm>
            <a:off x="4076700" y="4895176"/>
            <a:ext cx="3000300" cy="161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a:solidFill>
                  <a:srgbClr val="64748B"/>
                </a:solidFill>
                <a:latin typeface="Space Grotesk"/>
                <a:ea typeface="Space Grotesk"/>
                <a:cs typeface="Space Grotesk"/>
                <a:sym typeface="Space Grotesk"/>
              </a:rPr>
              <a:t>TEAM MEMBERS:</a:t>
            </a:r>
            <a:endParaRPr/>
          </a:p>
        </p:txBody>
      </p:sp>
      <p:sp>
        <p:nvSpPr>
          <p:cNvPr id="111" name="Google Shape;111;p13"/>
          <p:cNvSpPr txBox="1"/>
          <p:nvPr/>
        </p:nvSpPr>
        <p:spPr>
          <a:xfrm>
            <a:off x="4076700" y="5104726"/>
            <a:ext cx="3000300" cy="415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1">
                <a:solidFill>
                  <a:srgbClr val="F1F5F9"/>
                </a:solidFill>
                <a:latin typeface="Space Grotesk"/>
                <a:ea typeface="Space Grotesk"/>
                <a:cs typeface="Space Grotesk"/>
                <a:sym typeface="Space Grotesk"/>
              </a:rPr>
              <a:t>Andrew Cooper, Matthew Cook, Julian Low</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90D16"/>
        </a:solidFill>
        <a:effectLst/>
      </p:bgPr>
    </p:bg>
    <p:spTree>
      <p:nvGrpSpPr>
        <p:cNvPr id="1" name="Shape 115"/>
        <p:cNvGrpSpPr/>
        <p:nvPr/>
      </p:nvGrpSpPr>
      <p:grpSpPr>
        <a:xfrm>
          <a:off x="0" y="0"/>
          <a:ext cx="0" cy="0"/>
          <a:chOff x="0" y="0"/>
          <a:chExt cx="0" cy="0"/>
        </a:xfrm>
      </p:grpSpPr>
      <p:sp>
        <p:nvSpPr>
          <p:cNvPr id="116" name="Google Shape;116;p14"/>
          <p:cNvSpPr/>
          <p:nvPr/>
        </p:nvSpPr>
        <p:spPr>
          <a:xfrm>
            <a:off x="609600" y="6067425"/>
            <a:ext cx="10972800" cy="33337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7" name="Google Shape;117;p14"/>
          <p:cNvSpPr/>
          <p:nvPr/>
        </p:nvSpPr>
        <p:spPr>
          <a:xfrm>
            <a:off x="609600" y="1994675"/>
            <a:ext cx="3505200" cy="2219400"/>
          </a:xfrm>
          <a:prstGeom prst="roundRect">
            <a:avLst>
              <a:gd name="adj" fmla="val 5825"/>
            </a:avLst>
          </a:prstGeom>
          <a:solidFill>
            <a:srgbClr val="0F172A"/>
          </a:solidFill>
          <a:ln w="9525" cap="flat" cmpd="sng">
            <a:solidFill>
              <a:srgbClr val="1E29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8" name="Google Shape;118;p14"/>
          <p:cNvSpPr/>
          <p:nvPr/>
        </p:nvSpPr>
        <p:spPr>
          <a:xfrm>
            <a:off x="4343400" y="1994687"/>
            <a:ext cx="3505200" cy="2181300"/>
          </a:xfrm>
          <a:prstGeom prst="roundRect">
            <a:avLst>
              <a:gd name="adj" fmla="val 5240"/>
            </a:avLst>
          </a:prstGeom>
          <a:solidFill>
            <a:srgbClr val="0F172A"/>
          </a:solidFill>
          <a:ln w="9525" cap="flat" cmpd="sng">
            <a:solidFill>
              <a:srgbClr val="1E29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9" name="Google Shape;119;p14"/>
          <p:cNvSpPr/>
          <p:nvPr/>
        </p:nvSpPr>
        <p:spPr>
          <a:xfrm>
            <a:off x="8077200" y="1994675"/>
            <a:ext cx="3505200" cy="2181300"/>
          </a:xfrm>
          <a:prstGeom prst="roundRect">
            <a:avLst>
              <a:gd name="adj" fmla="val 5825"/>
            </a:avLst>
          </a:prstGeom>
          <a:solidFill>
            <a:srgbClr val="0F172A"/>
          </a:solidFill>
          <a:ln w="9525" cap="flat" cmpd="sng">
            <a:solidFill>
              <a:srgbClr val="1E29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20" name="Google Shape;120;p14"/>
          <p:cNvSpPr/>
          <p:nvPr/>
        </p:nvSpPr>
        <p:spPr>
          <a:xfrm>
            <a:off x="609600" y="6067425"/>
            <a:ext cx="10972800" cy="9525"/>
          </a:xfrm>
          <a:prstGeom prst="rect">
            <a:avLst/>
          </a:prstGeom>
          <a:solidFill>
            <a:srgbClr val="1E293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21" name="Google Shape;121;p14" descr="image.png"/>
          <p:cNvPicPr preferRelativeResize="0"/>
          <p:nvPr/>
        </p:nvPicPr>
        <p:blipFill rotWithShape="1">
          <a:blip r:embed="rId3">
            <a:alphaModFix/>
          </a:blip>
          <a:srcRect/>
          <a:stretch/>
        </p:blipFill>
        <p:spPr>
          <a:xfrm>
            <a:off x="609600" y="547687"/>
            <a:ext cx="190500" cy="190500"/>
          </a:xfrm>
          <a:prstGeom prst="rect">
            <a:avLst/>
          </a:prstGeom>
          <a:noFill/>
          <a:ln>
            <a:noFill/>
          </a:ln>
        </p:spPr>
      </p:pic>
      <p:pic>
        <p:nvPicPr>
          <p:cNvPr id="122" name="Google Shape;122;p14" descr="image.png"/>
          <p:cNvPicPr preferRelativeResize="0"/>
          <p:nvPr/>
        </p:nvPicPr>
        <p:blipFill rotWithShape="1">
          <a:blip r:embed="rId4">
            <a:alphaModFix/>
          </a:blip>
          <a:srcRect/>
          <a:stretch/>
        </p:blipFill>
        <p:spPr>
          <a:xfrm>
            <a:off x="9734550" y="6248400"/>
            <a:ext cx="133350" cy="133350"/>
          </a:xfrm>
          <a:prstGeom prst="rect">
            <a:avLst/>
          </a:prstGeom>
          <a:noFill/>
          <a:ln>
            <a:noFill/>
          </a:ln>
        </p:spPr>
      </p:pic>
      <p:sp>
        <p:nvSpPr>
          <p:cNvPr id="123" name="Google Shape;123;p14"/>
          <p:cNvSpPr txBox="1"/>
          <p:nvPr/>
        </p:nvSpPr>
        <p:spPr>
          <a:xfrm>
            <a:off x="11115675" y="557212"/>
            <a:ext cx="752475" cy="171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a:solidFill>
                  <a:srgbClr val="38BDF8"/>
                </a:solidFill>
                <a:latin typeface="Rajdhani"/>
                <a:ea typeface="Rajdhani"/>
                <a:cs typeface="Rajdhani"/>
                <a:sym typeface="Rajdhani"/>
              </a:rPr>
              <a:t>SLIDE 01</a:t>
            </a:r>
            <a:endParaRPr/>
          </a:p>
        </p:txBody>
      </p:sp>
      <p:sp>
        <p:nvSpPr>
          <p:cNvPr id="124" name="Google Shape;124;p14"/>
          <p:cNvSpPr txBox="1"/>
          <p:nvPr/>
        </p:nvSpPr>
        <p:spPr>
          <a:xfrm>
            <a:off x="609600" y="1181100"/>
            <a:ext cx="11582400" cy="171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a:solidFill>
                  <a:srgbClr val="38BDF8"/>
                </a:solidFill>
                <a:latin typeface="Rajdhani"/>
                <a:ea typeface="Rajdhani"/>
                <a:cs typeface="Rajdhani"/>
                <a:sym typeface="Rajdhani"/>
              </a:rPr>
              <a:t>PHYSICAL INFRASTRUCTURE</a:t>
            </a:r>
            <a:endParaRPr/>
          </a:p>
        </p:txBody>
      </p:sp>
      <p:sp>
        <p:nvSpPr>
          <p:cNvPr id="125" name="Google Shape;125;p14"/>
          <p:cNvSpPr txBox="1"/>
          <p:nvPr/>
        </p:nvSpPr>
        <p:spPr>
          <a:xfrm>
            <a:off x="609600" y="1409700"/>
            <a:ext cx="11582400" cy="428625"/>
          </a:xfrm>
          <a:prstGeom prst="rect">
            <a:avLst/>
          </a:prstGeom>
          <a:noFill/>
          <a:ln>
            <a:noFill/>
          </a:ln>
        </p:spPr>
        <p:txBody>
          <a:bodyPr spcFirstLastPara="1" wrap="square" lIns="0" tIns="0" rIns="0" bIns="0" anchor="t" anchorCtr="0">
            <a:spAutoFit/>
          </a:bodyPr>
          <a:lstStyle/>
          <a:p>
            <a:r>
              <a:rPr lang="en-US" sz="2700" b="1" i="0" u="none" strike="noStrike" cap="none">
                <a:solidFill>
                  <a:srgbClr val="FFFFFF"/>
                </a:solidFill>
                <a:latin typeface="Rajdhani"/>
                <a:ea typeface="Rajdhani"/>
                <a:cs typeface="Rajdhani"/>
                <a:sym typeface="Rajdhani"/>
              </a:rPr>
              <a:t>HARDWARE SPECIFICATIONS</a:t>
            </a:r>
            <a:r>
              <a:rPr lang="en-US" sz="2700" b="1">
                <a:solidFill>
                  <a:srgbClr val="FFFFFF"/>
                </a:solidFill>
                <a:latin typeface="Rajdhani"/>
                <a:ea typeface="Rajdhani"/>
                <a:cs typeface="Rajdhani"/>
                <a:sym typeface="Rajdhani"/>
              </a:rPr>
              <a:t> (REQ. 1)</a:t>
            </a:r>
            <a:endParaRPr/>
          </a:p>
        </p:txBody>
      </p:sp>
      <p:sp>
        <p:nvSpPr>
          <p:cNvPr id="126" name="Google Shape;126;p14"/>
          <p:cNvSpPr txBox="1"/>
          <p:nvPr/>
        </p:nvSpPr>
        <p:spPr>
          <a:xfrm>
            <a:off x="609600" y="6229350"/>
            <a:ext cx="3750468" cy="171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64748B"/>
                </a:solidFill>
                <a:latin typeface="Space Grotesk"/>
                <a:ea typeface="Space Grotesk"/>
                <a:cs typeface="Space Grotesk"/>
                <a:sym typeface="Space Grotesk"/>
              </a:rPr>
              <a:t>© Cyberdyne Systems Inc. All Rights Reserved.</a:t>
            </a:r>
            <a:endParaRPr/>
          </a:p>
        </p:txBody>
      </p:sp>
      <p:sp>
        <p:nvSpPr>
          <p:cNvPr id="127" name="Google Shape;127;p14"/>
          <p:cNvSpPr txBox="1"/>
          <p:nvPr/>
        </p:nvSpPr>
        <p:spPr>
          <a:xfrm>
            <a:off x="9734550" y="6229350"/>
            <a:ext cx="2309812" cy="171450"/>
          </a:xfrm>
          <a:prstGeom prst="rect">
            <a:avLst/>
          </a:prstGeom>
          <a:noFill/>
          <a:ln>
            <a:noFill/>
          </a:ln>
        </p:spPr>
        <p:txBody>
          <a:bodyPr spcFirstLastPara="1" wrap="square" lIns="190500" tIns="0" rIns="0" bIns="0" anchor="t" anchorCtr="0">
            <a:spAutoFit/>
          </a:bodyPr>
          <a:lstStyle/>
          <a:p>
            <a:pPr marL="0" marR="0" lvl="0" indent="0" algn="l" rtl="0">
              <a:spcBef>
                <a:spcPts val="0"/>
              </a:spcBef>
              <a:spcAft>
                <a:spcPts val="0"/>
              </a:spcAft>
              <a:buNone/>
            </a:pPr>
            <a:r>
              <a:rPr lang="en-US" sz="1050" b="0" i="0" u="none" strike="noStrike" cap="none">
                <a:solidFill>
                  <a:srgbClr val="64748B"/>
                </a:solidFill>
                <a:latin typeface="Space Grotesk"/>
                <a:ea typeface="Space Grotesk"/>
                <a:cs typeface="Space Grotesk"/>
                <a:sym typeface="Space Grotesk"/>
              </a:rPr>
              <a:t>Hardware Specs Validated</a:t>
            </a:r>
            <a:endParaRPr/>
          </a:p>
        </p:txBody>
      </p:sp>
      <p:sp>
        <p:nvSpPr>
          <p:cNvPr id="128" name="Google Shape;128;p14"/>
          <p:cNvSpPr txBox="1"/>
          <p:nvPr/>
        </p:nvSpPr>
        <p:spPr>
          <a:xfrm>
            <a:off x="885825" y="2461900"/>
            <a:ext cx="3048000" cy="1246800"/>
          </a:xfrm>
          <a:prstGeom prst="rect">
            <a:avLst/>
          </a:prstGeom>
          <a:noFill/>
          <a:ln>
            <a:noFill/>
          </a:ln>
        </p:spPr>
        <p:txBody>
          <a:bodyPr spcFirstLastPara="1" wrap="square" lIns="0" tIns="0" rIns="0" bIns="0" anchor="t" anchorCtr="0">
            <a:spAutoFit/>
          </a:bodyPr>
          <a:lstStyle/>
          <a:p>
            <a:r>
              <a:rPr lang="en-US" sz="1350" b="1">
                <a:solidFill>
                  <a:srgbClr val="CBD5E1"/>
                </a:solidFill>
                <a:latin typeface="Space Grotesk"/>
                <a:ea typeface="Space Grotesk"/>
                <a:cs typeface="Space Grotesk"/>
                <a:sym typeface="Space Grotesk"/>
              </a:rPr>
              <a:t>DC/NPS/</a:t>
            </a:r>
            <a:r>
              <a:rPr lang="en-US" sz="1350" b="1" err="1">
                <a:solidFill>
                  <a:srgbClr val="CBD5E1"/>
                </a:solidFill>
                <a:latin typeface="Space Grotesk"/>
                <a:ea typeface="Space Grotesk"/>
                <a:cs typeface="Space Grotesk"/>
                <a:sym typeface="Space Grotesk"/>
              </a:rPr>
              <a:t>LibreNMS</a:t>
            </a:r>
            <a:r>
              <a:rPr lang="en-US" sz="1350" b="1">
                <a:solidFill>
                  <a:srgbClr val="CBD5E1"/>
                </a:solidFill>
                <a:latin typeface="Space Grotesk"/>
                <a:ea typeface="Space Grotesk"/>
                <a:cs typeface="Space Grotesk"/>
                <a:sym typeface="Space Grotesk"/>
              </a:rPr>
              <a:t> Server: </a:t>
            </a:r>
            <a:br>
              <a:rPr lang="en-US" sz="1350">
                <a:latin typeface="Space Grotesk"/>
                <a:ea typeface="Space Grotesk"/>
                <a:cs typeface="Space Grotesk"/>
              </a:rPr>
            </a:br>
            <a:r>
              <a:rPr lang="en-US" sz="1350">
                <a:solidFill>
                  <a:srgbClr val="CBD5E1"/>
                </a:solidFill>
                <a:latin typeface="Space Grotesk"/>
                <a:ea typeface="Space Grotesk"/>
                <a:cs typeface="Space Grotesk"/>
                <a:sym typeface="Space Grotesk"/>
              </a:rPr>
              <a:t>1x Lenovo P350 Workstation</a:t>
            </a:r>
            <a:endParaRPr sz="1350">
              <a:solidFill>
                <a:srgbClr val="CBD5E1"/>
              </a:solidFill>
              <a:latin typeface="Space Grotesk"/>
              <a:ea typeface="Space Grotesk"/>
              <a:cs typeface="Space Grotesk"/>
              <a:sym typeface="Space Grotesk"/>
            </a:endParaRPr>
          </a:p>
          <a:p>
            <a:pPr marL="0" marR="0" lvl="0" indent="0" algn="l" rtl="0">
              <a:spcBef>
                <a:spcPts val="0"/>
              </a:spcBef>
              <a:spcAft>
                <a:spcPts val="0"/>
              </a:spcAft>
              <a:buNone/>
            </a:pPr>
            <a:endParaRPr sz="1350">
              <a:solidFill>
                <a:srgbClr val="CBD5E1"/>
              </a:solidFill>
              <a:latin typeface="Space Grotesk"/>
              <a:ea typeface="Space Grotesk"/>
              <a:cs typeface="Space Grotesk"/>
              <a:sym typeface="Space Grotesk"/>
            </a:endParaRPr>
          </a:p>
          <a:p>
            <a:pPr marL="0" lvl="0" indent="0" algn="l" rtl="0">
              <a:spcBef>
                <a:spcPts val="0"/>
              </a:spcBef>
              <a:spcAft>
                <a:spcPts val="0"/>
              </a:spcAft>
              <a:buClr>
                <a:schemeClr val="dk1"/>
              </a:buClr>
              <a:buFont typeface="Arial"/>
              <a:buNone/>
            </a:pPr>
            <a:r>
              <a:rPr lang="en-US" sz="1350" b="1">
                <a:solidFill>
                  <a:srgbClr val="CBD5E1"/>
                </a:solidFill>
                <a:latin typeface="Space Grotesk"/>
                <a:ea typeface="Space Grotesk"/>
                <a:cs typeface="Space Grotesk"/>
                <a:sym typeface="Space Grotesk"/>
              </a:rPr>
              <a:t>CBR and SYD Workstations: </a:t>
            </a:r>
            <a:br>
              <a:rPr lang="en-US" sz="1350">
                <a:latin typeface="Space Grotesk"/>
                <a:ea typeface="Space Grotesk"/>
                <a:cs typeface="Space Grotesk"/>
              </a:rPr>
            </a:br>
            <a:r>
              <a:rPr lang="en-US" sz="1350">
                <a:solidFill>
                  <a:srgbClr val="CBD5E1"/>
                </a:solidFill>
                <a:latin typeface="Space Grotesk"/>
                <a:ea typeface="Space Grotesk"/>
                <a:cs typeface="Space Grotesk"/>
                <a:sym typeface="Space Grotesk"/>
              </a:rPr>
              <a:t>2x Lenovo P350 Workstation</a:t>
            </a:r>
            <a:endParaRPr>
              <a:solidFill>
                <a:schemeClr val="dk1"/>
              </a:solidFill>
            </a:endParaRPr>
          </a:p>
          <a:p>
            <a:pPr marL="0" marR="0" lvl="0" indent="0" algn="l" rtl="0">
              <a:spcBef>
                <a:spcPts val="0"/>
              </a:spcBef>
              <a:spcAft>
                <a:spcPts val="0"/>
              </a:spcAft>
              <a:buNone/>
            </a:pPr>
            <a:endParaRPr sz="1350">
              <a:solidFill>
                <a:srgbClr val="CBD5E1"/>
              </a:solidFill>
              <a:latin typeface="Space Grotesk"/>
              <a:ea typeface="Space Grotesk"/>
              <a:cs typeface="Space Grotesk"/>
              <a:sym typeface="Space Grotesk"/>
            </a:endParaRPr>
          </a:p>
        </p:txBody>
      </p:sp>
      <p:sp>
        <p:nvSpPr>
          <p:cNvPr id="129" name="Google Shape;129;p14"/>
          <p:cNvSpPr txBox="1"/>
          <p:nvPr/>
        </p:nvSpPr>
        <p:spPr>
          <a:xfrm>
            <a:off x="4619625" y="2447137"/>
            <a:ext cx="3048000" cy="1454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1">
                <a:solidFill>
                  <a:srgbClr val="CBD5E1"/>
                </a:solidFill>
                <a:latin typeface="Space Grotesk"/>
                <a:ea typeface="Space Grotesk"/>
                <a:cs typeface="Space Grotesk"/>
                <a:sym typeface="Space Grotesk"/>
              </a:rPr>
              <a:t>CBR-SW1:</a:t>
            </a:r>
            <a:br>
              <a:rPr lang="en-US" sz="1350">
                <a:solidFill>
                  <a:srgbClr val="CBD5E1"/>
                </a:solidFill>
                <a:latin typeface="Space Grotesk"/>
                <a:ea typeface="Space Grotesk"/>
                <a:cs typeface="Space Grotesk"/>
                <a:sym typeface="Space Grotesk"/>
              </a:rPr>
            </a:br>
            <a:r>
              <a:rPr lang="en-US" sz="1350">
                <a:solidFill>
                  <a:srgbClr val="CBD5E1"/>
                </a:solidFill>
                <a:latin typeface="Space Grotesk"/>
                <a:ea typeface="Space Grotesk"/>
                <a:cs typeface="Space Grotesk"/>
                <a:sym typeface="Space Grotesk"/>
              </a:rPr>
              <a:t>1x Cisco Catalyst 9800L 24 4x1G</a:t>
            </a:r>
            <a:endParaRPr sz="1350">
              <a:solidFill>
                <a:srgbClr val="CBD5E1"/>
              </a:solidFill>
              <a:latin typeface="Space Grotesk"/>
              <a:ea typeface="Space Grotesk"/>
              <a:cs typeface="Space Grotesk"/>
              <a:sym typeface="Space Grotesk"/>
            </a:endParaRPr>
          </a:p>
          <a:p>
            <a:pPr marL="0" lvl="0" indent="0" algn="l" rtl="0">
              <a:spcBef>
                <a:spcPts val="0"/>
              </a:spcBef>
              <a:spcAft>
                <a:spcPts val="0"/>
              </a:spcAft>
              <a:buClr>
                <a:schemeClr val="dk1"/>
              </a:buClr>
              <a:buFont typeface="Arial"/>
              <a:buNone/>
            </a:pPr>
            <a:br>
              <a:rPr lang="en-US" sz="1350">
                <a:solidFill>
                  <a:srgbClr val="CBD5E1"/>
                </a:solidFill>
                <a:latin typeface="Space Grotesk"/>
                <a:ea typeface="Space Grotesk"/>
                <a:cs typeface="Space Grotesk"/>
                <a:sym typeface="Space Grotesk"/>
              </a:rPr>
            </a:br>
            <a:r>
              <a:rPr lang="en-US" sz="1350" b="1">
                <a:solidFill>
                  <a:srgbClr val="CBD5E1"/>
                </a:solidFill>
                <a:latin typeface="Space Grotesk"/>
                <a:ea typeface="Space Grotesk"/>
                <a:cs typeface="Space Grotesk"/>
                <a:sym typeface="Space Grotesk"/>
              </a:rPr>
              <a:t>SYD-SW1 &amp; 2:</a:t>
            </a:r>
            <a:br>
              <a:rPr lang="en-US" sz="1350">
                <a:solidFill>
                  <a:srgbClr val="CBD5E1"/>
                </a:solidFill>
                <a:latin typeface="Space Grotesk"/>
                <a:ea typeface="Space Grotesk"/>
                <a:cs typeface="Space Grotesk"/>
                <a:sym typeface="Space Grotesk"/>
              </a:rPr>
            </a:br>
            <a:r>
              <a:rPr lang="en-US" sz="1350">
                <a:solidFill>
                  <a:srgbClr val="CBD5E1"/>
                </a:solidFill>
                <a:latin typeface="Space Grotesk"/>
                <a:ea typeface="Space Grotesk"/>
                <a:cs typeface="Space Grotesk"/>
                <a:sym typeface="Space Grotesk"/>
              </a:rPr>
              <a:t>2x Cisco Catalyst 9800L 24 4x1G</a:t>
            </a:r>
            <a:endParaRPr>
              <a:solidFill>
                <a:schemeClr val="dk1"/>
              </a:solidFill>
            </a:endParaRPr>
          </a:p>
          <a:p>
            <a:pPr marL="0" lvl="0" indent="0" algn="l" rtl="0">
              <a:spcBef>
                <a:spcPts val="0"/>
              </a:spcBef>
              <a:spcAft>
                <a:spcPts val="0"/>
              </a:spcAft>
              <a:buClr>
                <a:schemeClr val="dk1"/>
              </a:buClr>
              <a:buFont typeface="Arial"/>
              <a:buNone/>
            </a:pPr>
            <a:endParaRPr sz="1350">
              <a:solidFill>
                <a:srgbClr val="94A3B8"/>
              </a:solidFill>
              <a:latin typeface="Space Grotesk"/>
              <a:ea typeface="Space Grotesk"/>
              <a:cs typeface="Space Grotesk"/>
              <a:sym typeface="Space Grotesk"/>
            </a:endParaRPr>
          </a:p>
          <a:p>
            <a:pPr marL="0" marR="0" lvl="0" indent="0" algn="l" rtl="0">
              <a:spcBef>
                <a:spcPts val="0"/>
              </a:spcBef>
              <a:spcAft>
                <a:spcPts val="0"/>
              </a:spcAft>
              <a:buNone/>
            </a:pPr>
            <a:endParaRPr sz="1350">
              <a:solidFill>
                <a:srgbClr val="CBD5E1"/>
              </a:solidFill>
              <a:latin typeface="Space Grotesk"/>
              <a:ea typeface="Space Grotesk"/>
              <a:cs typeface="Space Grotesk"/>
              <a:sym typeface="Space Grotesk"/>
            </a:endParaRPr>
          </a:p>
        </p:txBody>
      </p:sp>
      <p:sp>
        <p:nvSpPr>
          <p:cNvPr id="130" name="Google Shape;130;p14"/>
          <p:cNvSpPr txBox="1"/>
          <p:nvPr/>
        </p:nvSpPr>
        <p:spPr>
          <a:xfrm>
            <a:off x="8353425" y="2447125"/>
            <a:ext cx="3048000" cy="3140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1">
                <a:solidFill>
                  <a:srgbClr val="CBD5E1"/>
                </a:solidFill>
                <a:latin typeface="Space Grotesk"/>
                <a:ea typeface="Space Grotesk"/>
                <a:cs typeface="Space Grotesk"/>
                <a:sym typeface="Space Grotesk"/>
              </a:rPr>
              <a:t>CBR-GW:</a:t>
            </a:r>
            <a:br>
              <a:rPr lang="en-US" sz="1350">
                <a:solidFill>
                  <a:srgbClr val="CBD5E1"/>
                </a:solidFill>
                <a:latin typeface="Space Grotesk"/>
                <a:ea typeface="Space Grotesk"/>
                <a:cs typeface="Space Grotesk"/>
                <a:sym typeface="Space Grotesk"/>
              </a:rPr>
            </a:br>
            <a:r>
              <a:rPr lang="en-US" sz="1350">
                <a:solidFill>
                  <a:srgbClr val="CBD5E1"/>
                </a:solidFill>
                <a:latin typeface="Space Grotesk"/>
                <a:ea typeface="Space Grotesk"/>
                <a:cs typeface="Space Grotesk"/>
                <a:sym typeface="Space Grotesk"/>
              </a:rPr>
              <a:t>Cisco Catalyst C8200-1N-4T</a:t>
            </a:r>
            <a:br>
              <a:rPr lang="en-US" sz="1350">
                <a:solidFill>
                  <a:srgbClr val="CBD5E1"/>
                </a:solidFill>
                <a:latin typeface="Space Grotesk"/>
                <a:ea typeface="Space Grotesk"/>
                <a:cs typeface="Space Grotesk"/>
                <a:sym typeface="Space Grotesk"/>
              </a:rPr>
            </a:br>
            <a:endParaRPr sz="1350">
              <a:solidFill>
                <a:srgbClr val="CBD5E1"/>
              </a:solidFill>
              <a:latin typeface="Space Grotesk"/>
              <a:ea typeface="Space Grotesk"/>
              <a:cs typeface="Space Grotesk"/>
              <a:sym typeface="Space Grotesk"/>
            </a:endParaRPr>
          </a:p>
          <a:p>
            <a:pPr marL="0" lvl="0" indent="0" algn="l" rtl="0">
              <a:spcBef>
                <a:spcPts val="0"/>
              </a:spcBef>
              <a:spcAft>
                <a:spcPts val="0"/>
              </a:spcAft>
              <a:buNone/>
            </a:pPr>
            <a:r>
              <a:rPr lang="en-US" sz="1350" b="1">
                <a:solidFill>
                  <a:srgbClr val="CBD5E1"/>
                </a:solidFill>
                <a:latin typeface="Space Grotesk"/>
                <a:ea typeface="Space Grotesk"/>
                <a:cs typeface="Space Grotesk"/>
                <a:sym typeface="Space Grotesk"/>
              </a:rPr>
              <a:t>ISP:</a:t>
            </a:r>
            <a:br>
              <a:rPr lang="en-US" sz="1350">
                <a:solidFill>
                  <a:srgbClr val="CBD5E1"/>
                </a:solidFill>
                <a:latin typeface="Space Grotesk"/>
                <a:ea typeface="Space Grotesk"/>
                <a:cs typeface="Space Grotesk"/>
                <a:sym typeface="Space Grotesk"/>
              </a:rPr>
            </a:br>
            <a:r>
              <a:rPr lang="en-US" sz="1350">
                <a:solidFill>
                  <a:srgbClr val="CBD5E1"/>
                </a:solidFill>
                <a:latin typeface="Space Grotesk"/>
                <a:ea typeface="Space Grotesk"/>
                <a:cs typeface="Space Grotesk"/>
                <a:sym typeface="Space Grotesk"/>
              </a:rPr>
              <a:t>Cisco Catalyst C8200-1N-4T</a:t>
            </a:r>
            <a:br>
              <a:rPr lang="en-US" sz="1350">
                <a:solidFill>
                  <a:srgbClr val="CBD5E1"/>
                </a:solidFill>
                <a:latin typeface="Space Grotesk"/>
                <a:ea typeface="Space Grotesk"/>
                <a:cs typeface="Space Grotesk"/>
                <a:sym typeface="Space Grotesk"/>
              </a:rPr>
            </a:br>
            <a:endParaRPr sz="1350">
              <a:solidFill>
                <a:srgbClr val="CBD5E1"/>
              </a:solidFill>
              <a:latin typeface="Space Grotesk"/>
              <a:ea typeface="Space Grotesk"/>
              <a:cs typeface="Space Grotesk"/>
              <a:sym typeface="Space Grotesk"/>
            </a:endParaRPr>
          </a:p>
          <a:p>
            <a:pPr marL="0" lvl="0" indent="0" algn="l" rtl="0">
              <a:spcBef>
                <a:spcPts val="0"/>
              </a:spcBef>
              <a:spcAft>
                <a:spcPts val="0"/>
              </a:spcAft>
              <a:buNone/>
            </a:pPr>
            <a:r>
              <a:rPr lang="en-US" sz="1350" b="1">
                <a:solidFill>
                  <a:srgbClr val="CBD5E1"/>
                </a:solidFill>
                <a:latin typeface="Space Grotesk"/>
                <a:ea typeface="Space Grotesk"/>
                <a:cs typeface="Space Grotesk"/>
                <a:sym typeface="Space Grotesk"/>
              </a:rPr>
              <a:t>SYD-GW:</a:t>
            </a:r>
            <a:br>
              <a:rPr lang="en-US" sz="1350">
                <a:solidFill>
                  <a:srgbClr val="CBD5E1"/>
                </a:solidFill>
                <a:latin typeface="Space Grotesk"/>
                <a:ea typeface="Space Grotesk"/>
                <a:cs typeface="Space Grotesk"/>
                <a:sym typeface="Space Grotesk"/>
              </a:rPr>
            </a:br>
            <a:r>
              <a:rPr lang="en-US" sz="1350">
                <a:solidFill>
                  <a:srgbClr val="CBD5E1"/>
                </a:solidFill>
                <a:latin typeface="Space Grotesk"/>
                <a:ea typeface="Space Grotesk"/>
                <a:cs typeface="Space Grotesk"/>
                <a:sym typeface="Space Grotesk"/>
              </a:rPr>
              <a:t>Cisco Catalyst C8200-1N-4T</a:t>
            </a:r>
            <a:br>
              <a:rPr lang="en-US" sz="1350">
                <a:solidFill>
                  <a:srgbClr val="CBD5E1"/>
                </a:solidFill>
                <a:latin typeface="Space Grotesk"/>
                <a:ea typeface="Space Grotesk"/>
                <a:cs typeface="Space Grotesk"/>
                <a:sym typeface="Space Grotesk"/>
              </a:rPr>
            </a:br>
            <a:endParaRPr>
              <a:solidFill>
                <a:schemeClr val="dk1"/>
              </a:solidFill>
            </a:endParaRPr>
          </a:p>
          <a:p>
            <a:pPr marL="0" lvl="0" indent="0" algn="l" rtl="0">
              <a:spcBef>
                <a:spcPts val="0"/>
              </a:spcBef>
              <a:spcAft>
                <a:spcPts val="0"/>
              </a:spcAft>
              <a:buNone/>
            </a:pPr>
            <a:endParaRPr sz="1350">
              <a:solidFill>
                <a:srgbClr val="94A3B8"/>
              </a:solidFill>
              <a:latin typeface="Space Grotesk"/>
              <a:ea typeface="Space Grotesk"/>
              <a:cs typeface="Space Grotesk"/>
              <a:sym typeface="Space Grotesk"/>
            </a:endParaRPr>
          </a:p>
          <a:p>
            <a:pPr marL="0" lvl="0" indent="0" algn="l" rtl="0">
              <a:spcBef>
                <a:spcPts val="0"/>
              </a:spcBef>
              <a:spcAft>
                <a:spcPts val="0"/>
              </a:spcAft>
              <a:buClr>
                <a:schemeClr val="dk1"/>
              </a:buClr>
              <a:buFont typeface="Arial"/>
              <a:buNone/>
            </a:pPr>
            <a:br>
              <a:rPr lang="en-US" sz="1350">
                <a:solidFill>
                  <a:srgbClr val="CBD5E1"/>
                </a:solidFill>
                <a:latin typeface="Space Grotesk"/>
                <a:ea typeface="Space Grotesk"/>
                <a:cs typeface="Space Grotesk"/>
                <a:sym typeface="Space Grotesk"/>
              </a:rPr>
            </a:br>
            <a:endParaRPr>
              <a:solidFill>
                <a:schemeClr val="dk1"/>
              </a:solidFill>
            </a:endParaRPr>
          </a:p>
          <a:p>
            <a:pPr marL="0" lvl="0" indent="0" algn="l" rtl="0">
              <a:spcBef>
                <a:spcPts val="0"/>
              </a:spcBef>
              <a:spcAft>
                <a:spcPts val="0"/>
              </a:spcAft>
              <a:buClr>
                <a:schemeClr val="dk1"/>
              </a:buClr>
              <a:buFont typeface="Arial"/>
              <a:buNone/>
            </a:pPr>
            <a:endParaRPr sz="1350">
              <a:solidFill>
                <a:srgbClr val="94A3B8"/>
              </a:solidFill>
              <a:latin typeface="Space Grotesk"/>
              <a:ea typeface="Space Grotesk"/>
              <a:cs typeface="Space Grotesk"/>
              <a:sym typeface="Space Grotesk"/>
            </a:endParaRPr>
          </a:p>
          <a:p>
            <a:pPr marL="0" marR="0" lvl="0" indent="0" algn="l" rtl="0">
              <a:spcBef>
                <a:spcPts val="0"/>
              </a:spcBef>
              <a:spcAft>
                <a:spcPts val="0"/>
              </a:spcAft>
              <a:buNone/>
            </a:pPr>
            <a:br>
              <a:rPr lang="en-US" sz="1350">
                <a:solidFill>
                  <a:srgbClr val="CBD5E1"/>
                </a:solidFill>
                <a:latin typeface="Space Grotesk"/>
                <a:ea typeface="Space Grotesk"/>
                <a:cs typeface="Space Grotesk"/>
                <a:sym typeface="Space Grotesk"/>
              </a:rPr>
            </a:br>
            <a:endParaRPr/>
          </a:p>
        </p:txBody>
      </p:sp>
      <p:sp>
        <p:nvSpPr>
          <p:cNvPr id="131" name="Google Shape;131;p14"/>
          <p:cNvSpPr txBox="1"/>
          <p:nvPr/>
        </p:nvSpPr>
        <p:spPr>
          <a:xfrm>
            <a:off x="914400" y="457200"/>
            <a:ext cx="3524250" cy="2000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a:solidFill>
                  <a:srgbClr val="FFFFFF"/>
                </a:solidFill>
                <a:latin typeface="Rajdhani"/>
                <a:ea typeface="Rajdhani"/>
                <a:cs typeface="Rajdhani"/>
                <a:sym typeface="Rajdhani"/>
              </a:rPr>
              <a:t>CYBERDYNE SYSTEMS CORPORATION</a:t>
            </a:r>
            <a:endParaRPr/>
          </a:p>
        </p:txBody>
      </p:sp>
      <p:sp>
        <p:nvSpPr>
          <p:cNvPr id="132" name="Google Shape;132;p14"/>
          <p:cNvSpPr txBox="1"/>
          <p:nvPr/>
        </p:nvSpPr>
        <p:spPr>
          <a:xfrm>
            <a:off x="914400" y="657225"/>
            <a:ext cx="3524250" cy="171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64748B"/>
                </a:solidFill>
                <a:latin typeface="Space Grotesk"/>
                <a:ea typeface="Space Grotesk"/>
                <a:cs typeface="Space Grotesk"/>
                <a:sym typeface="Space Grotesk"/>
              </a:rPr>
              <a:t>SECTION 01 // HARDWARE ARCHITECTURE</a:t>
            </a:r>
            <a:endParaRPr/>
          </a:p>
        </p:txBody>
      </p:sp>
      <p:sp>
        <p:nvSpPr>
          <p:cNvPr id="133" name="Google Shape;133;p14"/>
          <p:cNvSpPr txBox="1"/>
          <p:nvPr/>
        </p:nvSpPr>
        <p:spPr>
          <a:xfrm>
            <a:off x="914400" y="2193025"/>
            <a:ext cx="2550300" cy="254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1" i="0" u="none" strike="noStrike" cap="none">
                <a:solidFill>
                  <a:srgbClr val="FFFFFF"/>
                </a:solidFill>
                <a:latin typeface="Rajdhani"/>
                <a:ea typeface="Rajdhani"/>
                <a:cs typeface="Rajdhani"/>
                <a:sym typeface="Rajdhani"/>
              </a:rPr>
              <a:t>COMPUTE PROCESSING</a:t>
            </a:r>
            <a:endParaRPr/>
          </a:p>
        </p:txBody>
      </p:sp>
      <p:sp>
        <p:nvSpPr>
          <p:cNvPr id="134" name="Google Shape;134;p14"/>
          <p:cNvSpPr txBox="1"/>
          <p:nvPr/>
        </p:nvSpPr>
        <p:spPr>
          <a:xfrm>
            <a:off x="4619625" y="2126362"/>
            <a:ext cx="2287800" cy="254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1">
                <a:solidFill>
                  <a:srgbClr val="FFFFFF"/>
                </a:solidFill>
                <a:latin typeface="Rajdhani"/>
                <a:ea typeface="Rajdhani"/>
                <a:cs typeface="Rajdhani"/>
                <a:sym typeface="Rajdhani"/>
              </a:rPr>
              <a:t>MULTI-LAYER SWITCHING</a:t>
            </a:r>
            <a:endParaRPr/>
          </a:p>
        </p:txBody>
      </p:sp>
      <p:sp>
        <p:nvSpPr>
          <p:cNvPr id="135" name="Google Shape;135;p14"/>
          <p:cNvSpPr txBox="1"/>
          <p:nvPr/>
        </p:nvSpPr>
        <p:spPr>
          <a:xfrm>
            <a:off x="8353425" y="2126350"/>
            <a:ext cx="2100300" cy="254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1">
                <a:solidFill>
                  <a:srgbClr val="FFFFFF"/>
                </a:solidFill>
                <a:latin typeface="Rajdhani"/>
                <a:ea typeface="Rajdhani"/>
                <a:cs typeface="Rajdhani"/>
                <a:sym typeface="Rajdhani"/>
              </a:rPr>
              <a:t>ROUTING</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90D16"/>
        </a:solidFill>
        <a:effectLst/>
      </p:bgPr>
    </p:bg>
    <p:spTree>
      <p:nvGrpSpPr>
        <p:cNvPr id="1" name="Shape 115">
          <a:extLst>
            <a:ext uri="{FF2B5EF4-FFF2-40B4-BE49-F238E27FC236}">
              <a16:creationId xmlns:a16="http://schemas.microsoft.com/office/drawing/2014/main" id="{A82FFADE-21A5-EF0A-C5C1-A53307E35EA2}"/>
            </a:ext>
          </a:extLst>
        </p:cNvPr>
        <p:cNvGrpSpPr/>
        <p:nvPr/>
      </p:nvGrpSpPr>
      <p:grpSpPr>
        <a:xfrm>
          <a:off x="0" y="0"/>
          <a:ext cx="0" cy="0"/>
          <a:chOff x="0" y="0"/>
          <a:chExt cx="0" cy="0"/>
        </a:xfrm>
      </p:grpSpPr>
      <p:sp>
        <p:nvSpPr>
          <p:cNvPr id="116" name="Google Shape;116;p14">
            <a:extLst>
              <a:ext uri="{FF2B5EF4-FFF2-40B4-BE49-F238E27FC236}">
                <a16:creationId xmlns:a16="http://schemas.microsoft.com/office/drawing/2014/main" id="{EE2BD876-1C4D-12C3-FF96-2949290A243C}"/>
              </a:ext>
            </a:extLst>
          </p:cNvPr>
          <p:cNvSpPr/>
          <p:nvPr/>
        </p:nvSpPr>
        <p:spPr>
          <a:xfrm>
            <a:off x="609600" y="6067425"/>
            <a:ext cx="10972800" cy="33337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20" name="Google Shape;120;p14">
            <a:extLst>
              <a:ext uri="{FF2B5EF4-FFF2-40B4-BE49-F238E27FC236}">
                <a16:creationId xmlns:a16="http://schemas.microsoft.com/office/drawing/2014/main" id="{B80ABF3F-7BBB-1DD4-6973-2008DD9F5C24}"/>
              </a:ext>
            </a:extLst>
          </p:cNvPr>
          <p:cNvSpPr/>
          <p:nvPr/>
        </p:nvSpPr>
        <p:spPr>
          <a:xfrm>
            <a:off x="609600" y="6067425"/>
            <a:ext cx="10972800" cy="9525"/>
          </a:xfrm>
          <a:prstGeom prst="rect">
            <a:avLst/>
          </a:prstGeom>
          <a:solidFill>
            <a:srgbClr val="1E293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21" name="Google Shape;121;p14" descr="image.png">
            <a:extLst>
              <a:ext uri="{FF2B5EF4-FFF2-40B4-BE49-F238E27FC236}">
                <a16:creationId xmlns:a16="http://schemas.microsoft.com/office/drawing/2014/main" id="{C12EC85F-AEED-61F6-77F5-883468EFD6E4}"/>
              </a:ext>
            </a:extLst>
          </p:cNvPr>
          <p:cNvPicPr preferRelativeResize="0"/>
          <p:nvPr/>
        </p:nvPicPr>
        <p:blipFill rotWithShape="1">
          <a:blip r:embed="rId3">
            <a:alphaModFix/>
          </a:blip>
          <a:srcRect/>
          <a:stretch/>
        </p:blipFill>
        <p:spPr>
          <a:xfrm>
            <a:off x="609600" y="547687"/>
            <a:ext cx="190500" cy="190500"/>
          </a:xfrm>
          <a:prstGeom prst="rect">
            <a:avLst/>
          </a:prstGeom>
          <a:noFill/>
          <a:ln>
            <a:noFill/>
          </a:ln>
        </p:spPr>
      </p:pic>
      <p:pic>
        <p:nvPicPr>
          <p:cNvPr id="122" name="Google Shape;122;p14" descr="image.png">
            <a:extLst>
              <a:ext uri="{FF2B5EF4-FFF2-40B4-BE49-F238E27FC236}">
                <a16:creationId xmlns:a16="http://schemas.microsoft.com/office/drawing/2014/main" id="{F3180823-E49C-AB51-10A6-12408D48F789}"/>
              </a:ext>
            </a:extLst>
          </p:cNvPr>
          <p:cNvPicPr preferRelativeResize="0"/>
          <p:nvPr/>
        </p:nvPicPr>
        <p:blipFill rotWithShape="1">
          <a:blip r:embed="rId4">
            <a:alphaModFix/>
          </a:blip>
          <a:srcRect/>
          <a:stretch/>
        </p:blipFill>
        <p:spPr>
          <a:xfrm>
            <a:off x="9734550" y="6248400"/>
            <a:ext cx="133350" cy="133350"/>
          </a:xfrm>
          <a:prstGeom prst="rect">
            <a:avLst/>
          </a:prstGeom>
          <a:noFill/>
          <a:ln>
            <a:noFill/>
          </a:ln>
        </p:spPr>
      </p:pic>
      <p:sp>
        <p:nvSpPr>
          <p:cNvPr id="123" name="Google Shape;123;p14">
            <a:extLst>
              <a:ext uri="{FF2B5EF4-FFF2-40B4-BE49-F238E27FC236}">
                <a16:creationId xmlns:a16="http://schemas.microsoft.com/office/drawing/2014/main" id="{AE503276-6BF4-089E-27B4-399E886979DF}"/>
              </a:ext>
            </a:extLst>
          </p:cNvPr>
          <p:cNvSpPr txBox="1"/>
          <p:nvPr/>
        </p:nvSpPr>
        <p:spPr>
          <a:xfrm>
            <a:off x="11115675" y="557212"/>
            <a:ext cx="752475" cy="171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a:solidFill>
                  <a:srgbClr val="38BDF8"/>
                </a:solidFill>
                <a:latin typeface="Rajdhani"/>
                <a:ea typeface="Rajdhani"/>
                <a:cs typeface="Rajdhani"/>
                <a:sym typeface="Rajdhani"/>
              </a:rPr>
              <a:t>SLIDE 01</a:t>
            </a:r>
            <a:endParaRPr/>
          </a:p>
        </p:txBody>
      </p:sp>
      <p:sp>
        <p:nvSpPr>
          <p:cNvPr id="124" name="Google Shape;124;p14">
            <a:extLst>
              <a:ext uri="{FF2B5EF4-FFF2-40B4-BE49-F238E27FC236}">
                <a16:creationId xmlns:a16="http://schemas.microsoft.com/office/drawing/2014/main" id="{8B07DF9C-BDBD-7169-AFED-32306D8FDBA4}"/>
              </a:ext>
            </a:extLst>
          </p:cNvPr>
          <p:cNvSpPr txBox="1"/>
          <p:nvPr/>
        </p:nvSpPr>
        <p:spPr>
          <a:xfrm>
            <a:off x="609600" y="1181100"/>
            <a:ext cx="11582400" cy="171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a:solidFill>
                  <a:srgbClr val="38BDF8"/>
                </a:solidFill>
                <a:latin typeface="Rajdhani"/>
                <a:ea typeface="Rajdhani"/>
                <a:cs typeface="Rajdhani"/>
                <a:sym typeface="Rajdhani"/>
              </a:rPr>
              <a:t>PHYSICAL INFRASTRUCTURE</a:t>
            </a:r>
            <a:endParaRPr/>
          </a:p>
        </p:txBody>
      </p:sp>
      <p:sp>
        <p:nvSpPr>
          <p:cNvPr id="125" name="Google Shape;125;p14">
            <a:extLst>
              <a:ext uri="{FF2B5EF4-FFF2-40B4-BE49-F238E27FC236}">
                <a16:creationId xmlns:a16="http://schemas.microsoft.com/office/drawing/2014/main" id="{B6A303BA-FF4C-C4C1-FB10-10D447276F22}"/>
              </a:ext>
            </a:extLst>
          </p:cNvPr>
          <p:cNvSpPr txBox="1"/>
          <p:nvPr/>
        </p:nvSpPr>
        <p:spPr>
          <a:xfrm>
            <a:off x="609600" y="1409700"/>
            <a:ext cx="11582400" cy="428625"/>
          </a:xfrm>
          <a:prstGeom prst="rect">
            <a:avLst/>
          </a:prstGeom>
          <a:noFill/>
          <a:ln>
            <a:noFill/>
          </a:ln>
        </p:spPr>
        <p:txBody>
          <a:bodyPr spcFirstLastPara="1" wrap="square" lIns="0" tIns="0" rIns="0" bIns="0" anchor="t" anchorCtr="0">
            <a:spAutoFit/>
          </a:bodyPr>
          <a:lstStyle/>
          <a:p>
            <a:r>
              <a:rPr lang="en-US" sz="2700" b="1" i="0" u="none" strike="noStrike" cap="none">
                <a:solidFill>
                  <a:srgbClr val="FFFFFF"/>
                </a:solidFill>
                <a:latin typeface="Rajdhani"/>
                <a:ea typeface="Rajdhani"/>
                <a:cs typeface="Rajdhani"/>
                <a:sym typeface="Rajdhani"/>
              </a:rPr>
              <a:t>HARDWARE SPECIFICATIONS</a:t>
            </a:r>
            <a:r>
              <a:rPr lang="en-US" sz="2700" b="1">
                <a:solidFill>
                  <a:srgbClr val="FFFFFF"/>
                </a:solidFill>
                <a:latin typeface="Rajdhani"/>
                <a:ea typeface="Rajdhani"/>
                <a:cs typeface="Rajdhani"/>
                <a:sym typeface="Rajdhani"/>
              </a:rPr>
              <a:t> (REQ. 1)</a:t>
            </a:r>
            <a:endParaRPr/>
          </a:p>
        </p:txBody>
      </p:sp>
      <p:sp>
        <p:nvSpPr>
          <p:cNvPr id="126" name="Google Shape;126;p14">
            <a:extLst>
              <a:ext uri="{FF2B5EF4-FFF2-40B4-BE49-F238E27FC236}">
                <a16:creationId xmlns:a16="http://schemas.microsoft.com/office/drawing/2014/main" id="{7159D734-49F5-2543-9C0D-762B58728C50}"/>
              </a:ext>
            </a:extLst>
          </p:cNvPr>
          <p:cNvSpPr txBox="1"/>
          <p:nvPr/>
        </p:nvSpPr>
        <p:spPr>
          <a:xfrm>
            <a:off x="609600" y="6229350"/>
            <a:ext cx="3750468" cy="171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64748B"/>
                </a:solidFill>
                <a:latin typeface="Space Grotesk"/>
                <a:ea typeface="Space Grotesk"/>
                <a:cs typeface="Space Grotesk"/>
                <a:sym typeface="Space Grotesk"/>
              </a:rPr>
              <a:t>© Cyberdyne Systems Inc. All Rights Reserved.</a:t>
            </a:r>
            <a:endParaRPr/>
          </a:p>
        </p:txBody>
      </p:sp>
      <p:sp>
        <p:nvSpPr>
          <p:cNvPr id="127" name="Google Shape;127;p14">
            <a:extLst>
              <a:ext uri="{FF2B5EF4-FFF2-40B4-BE49-F238E27FC236}">
                <a16:creationId xmlns:a16="http://schemas.microsoft.com/office/drawing/2014/main" id="{59ECFF8C-39BE-A95A-9D53-F67D35740B38}"/>
              </a:ext>
            </a:extLst>
          </p:cNvPr>
          <p:cNvSpPr txBox="1"/>
          <p:nvPr/>
        </p:nvSpPr>
        <p:spPr>
          <a:xfrm>
            <a:off x="9734550" y="6229350"/>
            <a:ext cx="2309812" cy="171450"/>
          </a:xfrm>
          <a:prstGeom prst="rect">
            <a:avLst/>
          </a:prstGeom>
          <a:noFill/>
          <a:ln>
            <a:noFill/>
          </a:ln>
        </p:spPr>
        <p:txBody>
          <a:bodyPr spcFirstLastPara="1" wrap="square" lIns="190500" tIns="0" rIns="0" bIns="0" anchor="t" anchorCtr="0">
            <a:spAutoFit/>
          </a:bodyPr>
          <a:lstStyle/>
          <a:p>
            <a:pPr marL="0" marR="0" lvl="0" indent="0" algn="l" rtl="0">
              <a:spcBef>
                <a:spcPts val="0"/>
              </a:spcBef>
              <a:spcAft>
                <a:spcPts val="0"/>
              </a:spcAft>
              <a:buNone/>
            </a:pPr>
            <a:r>
              <a:rPr lang="en-US" sz="1050" b="0" i="0" u="none" strike="noStrike" cap="none">
                <a:solidFill>
                  <a:srgbClr val="64748B"/>
                </a:solidFill>
                <a:latin typeface="Space Grotesk"/>
                <a:ea typeface="Space Grotesk"/>
                <a:cs typeface="Space Grotesk"/>
                <a:sym typeface="Space Grotesk"/>
              </a:rPr>
              <a:t>Hardware Specs Validated</a:t>
            </a:r>
            <a:endParaRPr/>
          </a:p>
        </p:txBody>
      </p:sp>
      <p:sp>
        <p:nvSpPr>
          <p:cNvPr id="131" name="Google Shape;131;p14">
            <a:extLst>
              <a:ext uri="{FF2B5EF4-FFF2-40B4-BE49-F238E27FC236}">
                <a16:creationId xmlns:a16="http://schemas.microsoft.com/office/drawing/2014/main" id="{F7DAE9FA-B6D0-1355-7974-2A5FA773FB8A}"/>
              </a:ext>
            </a:extLst>
          </p:cNvPr>
          <p:cNvSpPr txBox="1"/>
          <p:nvPr/>
        </p:nvSpPr>
        <p:spPr>
          <a:xfrm>
            <a:off x="914400" y="457200"/>
            <a:ext cx="3524250" cy="2000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a:solidFill>
                  <a:srgbClr val="FFFFFF"/>
                </a:solidFill>
                <a:latin typeface="Rajdhani"/>
                <a:ea typeface="Rajdhani"/>
                <a:cs typeface="Rajdhani"/>
                <a:sym typeface="Rajdhani"/>
              </a:rPr>
              <a:t>CYBERDYNE SYSTEMS CORPORATION</a:t>
            </a:r>
            <a:endParaRPr/>
          </a:p>
        </p:txBody>
      </p:sp>
      <p:sp>
        <p:nvSpPr>
          <p:cNvPr id="132" name="Google Shape;132;p14">
            <a:extLst>
              <a:ext uri="{FF2B5EF4-FFF2-40B4-BE49-F238E27FC236}">
                <a16:creationId xmlns:a16="http://schemas.microsoft.com/office/drawing/2014/main" id="{A40CC63F-8756-739A-966B-0A44B379523F}"/>
              </a:ext>
            </a:extLst>
          </p:cNvPr>
          <p:cNvSpPr txBox="1"/>
          <p:nvPr/>
        </p:nvSpPr>
        <p:spPr>
          <a:xfrm>
            <a:off x="914400" y="657225"/>
            <a:ext cx="3524250" cy="171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64748B"/>
                </a:solidFill>
                <a:latin typeface="Space Grotesk"/>
                <a:ea typeface="Space Grotesk"/>
                <a:cs typeface="Space Grotesk"/>
                <a:sym typeface="Space Grotesk"/>
              </a:rPr>
              <a:t>SECTION 01 // HARDWARE ARCHITECTURE</a:t>
            </a:r>
            <a:endParaRPr/>
          </a:p>
        </p:txBody>
      </p:sp>
      <p:pic>
        <p:nvPicPr>
          <p:cNvPr id="2" name="Picture 1">
            <a:extLst>
              <a:ext uri="{FF2B5EF4-FFF2-40B4-BE49-F238E27FC236}">
                <a16:creationId xmlns:a16="http://schemas.microsoft.com/office/drawing/2014/main" id="{9D752F75-B912-8408-6A04-FEAD2122CD9D}"/>
              </a:ext>
            </a:extLst>
          </p:cNvPr>
          <p:cNvPicPr>
            <a:picLocks noChangeAspect="1"/>
          </p:cNvPicPr>
          <p:nvPr/>
        </p:nvPicPr>
        <p:blipFill>
          <a:blip r:embed="rId5"/>
          <a:stretch>
            <a:fillRect/>
          </a:stretch>
        </p:blipFill>
        <p:spPr>
          <a:xfrm>
            <a:off x="2328313" y="1960880"/>
            <a:ext cx="2871935" cy="3982720"/>
          </a:xfrm>
          <a:prstGeom prst="rect">
            <a:avLst/>
          </a:prstGeom>
        </p:spPr>
      </p:pic>
      <p:pic>
        <p:nvPicPr>
          <p:cNvPr id="3" name="Picture 2">
            <a:extLst>
              <a:ext uri="{FF2B5EF4-FFF2-40B4-BE49-F238E27FC236}">
                <a16:creationId xmlns:a16="http://schemas.microsoft.com/office/drawing/2014/main" id="{8C11D5D0-DAD4-6137-17CE-E1DADCE5C715}"/>
              </a:ext>
            </a:extLst>
          </p:cNvPr>
          <p:cNvPicPr>
            <a:picLocks noChangeAspect="1"/>
          </p:cNvPicPr>
          <p:nvPr/>
        </p:nvPicPr>
        <p:blipFill>
          <a:blip r:embed="rId6"/>
          <a:stretch>
            <a:fillRect/>
          </a:stretch>
        </p:blipFill>
        <p:spPr>
          <a:xfrm>
            <a:off x="6757343" y="1960880"/>
            <a:ext cx="2974995" cy="3982720"/>
          </a:xfrm>
          <a:prstGeom prst="rect">
            <a:avLst/>
          </a:prstGeom>
        </p:spPr>
      </p:pic>
    </p:spTree>
    <p:extLst>
      <p:ext uri="{BB962C8B-B14F-4D97-AF65-F5344CB8AC3E}">
        <p14:creationId xmlns:p14="http://schemas.microsoft.com/office/powerpoint/2010/main" val="37676132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90D16"/>
        </a:solidFill>
        <a:effectLst/>
      </p:bgPr>
    </p:bg>
    <p:spTree>
      <p:nvGrpSpPr>
        <p:cNvPr id="1" name="Shape 139"/>
        <p:cNvGrpSpPr/>
        <p:nvPr/>
      </p:nvGrpSpPr>
      <p:grpSpPr>
        <a:xfrm>
          <a:off x="0" y="0"/>
          <a:ext cx="0" cy="0"/>
          <a:chOff x="0" y="0"/>
          <a:chExt cx="0" cy="0"/>
        </a:xfrm>
      </p:grpSpPr>
      <p:sp>
        <p:nvSpPr>
          <p:cNvPr id="140" name="Google Shape;140;p15"/>
          <p:cNvSpPr/>
          <p:nvPr/>
        </p:nvSpPr>
        <p:spPr>
          <a:xfrm>
            <a:off x="609600" y="6067425"/>
            <a:ext cx="10972800" cy="33337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1" name="Google Shape;141;p15"/>
          <p:cNvSpPr/>
          <p:nvPr/>
        </p:nvSpPr>
        <p:spPr>
          <a:xfrm>
            <a:off x="609600" y="6067425"/>
            <a:ext cx="10972800" cy="9525"/>
          </a:xfrm>
          <a:prstGeom prst="rect">
            <a:avLst/>
          </a:prstGeom>
          <a:solidFill>
            <a:srgbClr val="1E293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42" name="Google Shape;142;p15" descr="image.png"/>
          <p:cNvPicPr preferRelativeResize="0"/>
          <p:nvPr/>
        </p:nvPicPr>
        <p:blipFill rotWithShape="1">
          <a:blip r:embed="rId3">
            <a:alphaModFix/>
          </a:blip>
          <a:srcRect/>
          <a:stretch/>
        </p:blipFill>
        <p:spPr>
          <a:xfrm>
            <a:off x="609600" y="547687"/>
            <a:ext cx="238125" cy="190500"/>
          </a:xfrm>
          <a:prstGeom prst="rect">
            <a:avLst/>
          </a:prstGeom>
          <a:noFill/>
          <a:ln>
            <a:noFill/>
          </a:ln>
        </p:spPr>
      </p:pic>
      <p:pic>
        <p:nvPicPr>
          <p:cNvPr id="143" name="Google Shape;143;p15" descr="image.png"/>
          <p:cNvPicPr preferRelativeResize="0"/>
          <p:nvPr/>
        </p:nvPicPr>
        <p:blipFill rotWithShape="1">
          <a:blip r:embed="rId4">
            <a:alphaModFix/>
          </a:blip>
          <a:srcRect/>
          <a:stretch/>
        </p:blipFill>
        <p:spPr>
          <a:xfrm>
            <a:off x="10267950" y="6248400"/>
            <a:ext cx="133350" cy="133350"/>
          </a:xfrm>
          <a:prstGeom prst="rect">
            <a:avLst/>
          </a:prstGeom>
          <a:noFill/>
          <a:ln>
            <a:noFill/>
          </a:ln>
        </p:spPr>
      </p:pic>
      <p:sp>
        <p:nvSpPr>
          <p:cNvPr id="144" name="Google Shape;144;p15"/>
          <p:cNvSpPr txBox="1"/>
          <p:nvPr/>
        </p:nvSpPr>
        <p:spPr>
          <a:xfrm>
            <a:off x="11096625" y="557212"/>
            <a:ext cx="771525" cy="171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a:solidFill>
                  <a:srgbClr val="38BDF8"/>
                </a:solidFill>
                <a:latin typeface="Rajdhani"/>
                <a:ea typeface="Rajdhani"/>
                <a:cs typeface="Rajdhani"/>
                <a:sym typeface="Rajdhani"/>
              </a:rPr>
              <a:t>SLIDE 02</a:t>
            </a:r>
            <a:endParaRPr/>
          </a:p>
        </p:txBody>
      </p:sp>
      <p:sp>
        <p:nvSpPr>
          <p:cNvPr id="145" name="Google Shape;145;p15"/>
          <p:cNvSpPr txBox="1"/>
          <p:nvPr/>
        </p:nvSpPr>
        <p:spPr>
          <a:xfrm>
            <a:off x="609600" y="1143000"/>
            <a:ext cx="11582400" cy="171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a:solidFill>
                  <a:srgbClr val="38BDF8"/>
                </a:solidFill>
                <a:latin typeface="Rajdhani"/>
                <a:ea typeface="Rajdhani"/>
                <a:cs typeface="Rajdhani"/>
                <a:sym typeface="Rajdhani"/>
              </a:rPr>
              <a:t>TACTICAL BACKBONE</a:t>
            </a:r>
            <a:endParaRPr/>
          </a:p>
        </p:txBody>
      </p:sp>
      <p:sp>
        <p:nvSpPr>
          <p:cNvPr id="146" name="Google Shape;146;p15"/>
          <p:cNvSpPr txBox="1"/>
          <p:nvPr/>
        </p:nvSpPr>
        <p:spPr>
          <a:xfrm>
            <a:off x="609600" y="1352550"/>
            <a:ext cx="11582400" cy="830997"/>
          </a:xfrm>
          <a:prstGeom prst="rect">
            <a:avLst/>
          </a:prstGeom>
          <a:noFill/>
          <a:ln>
            <a:noFill/>
          </a:ln>
        </p:spPr>
        <p:txBody>
          <a:bodyPr spcFirstLastPara="1" wrap="square" lIns="0" tIns="0" rIns="0" bIns="0" anchor="t" anchorCtr="0">
            <a:spAutoFit/>
          </a:bodyPr>
          <a:lstStyle/>
          <a:p>
            <a:r>
              <a:rPr lang="en-US" sz="2700" b="1" i="0" u="none" strike="noStrike" cap="none">
                <a:solidFill>
                  <a:srgbClr val="FFFFFF"/>
                </a:solidFill>
                <a:latin typeface="Rajdhani"/>
                <a:ea typeface="Rajdhani"/>
                <a:cs typeface="Rajdhani"/>
                <a:sym typeface="Rajdhani"/>
              </a:rPr>
              <a:t>NETWORK DESIGN</a:t>
            </a:r>
            <a:r>
              <a:rPr lang="en-US" sz="2700" b="1">
                <a:solidFill>
                  <a:srgbClr val="FFFFFF"/>
                </a:solidFill>
                <a:latin typeface="Rajdhani"/>
                <a:ea typeface="Rajdhani"/>
                <a:cs typeface="Rajdhani"/>
                <a:sym typeface="Rajdhani"/>
              </a:rPr>
              <a:t> AND ADDRESSING (REQ. 2)</a:t>
            </a:r>
            <a:endParaRPr lang="en-US" sz="2700">
              <a:latin typeface="Rajdhani"/>
              <a:ea typeface="Rajdhani"/>
              <a:cs typeface="Rajdhani"/>
              <a:sym typeface="Rajdhani"/>
            </a:endParaRPr>
          </a:p>
          <a:p>
            <a:pPr marL="0" marR="0" lvl="0" indent="0" algn="l">
              <a:spcBef>
                <a:spcPts val="0"/>
              </a:spcBef>
              <a:spcAft>
                <a:spcPts val="0"/>
              </a:spcAft>
              <a:buNone/>
            </a:pPr>
            <a:endParaRPr lang="en-US" sz="2700" b="1">
              <a:solidFill>
                <a:srgbClr val="FFFFFF"/>
              </a:solidFill>
              <a:latin typeface="Rajdhani"/>
              <a:cs typeface="Rajdhani"/>
            </a:endParaRPr>
          </a:p>
        </p:txBody>
      </p:sp>
      <p:sp>
        <p:nvSpPr>
          <p:cNvPr id="147" name="Google Shape;147;p15"/>
          <p:cNvSpPr txBox="1"/>
          <p:nvPr/>
        </p:nvSpPr>
        <p:spPr>
          <a:xfrm>
            <a:off x="609600" y="6229350"/>
            <a:ext cx="3750468" cy="171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64748B"/>
                </a:solidFill>
                <a:latin typeface="Space Grotesk"/>
                <a:ea typeface="Space Grotesk"/>
                <a:cs typeface="Space Grotesk"/>
                <a:sym typeface="Space Grotesk"/>
              </a:rPr>
              <a:t>© Cyberdyne Systems Inc. All Rights Reserved.</a:t>
            </a:r>
            <a:endParaRPr/>
          </a:p>
        </p:txBody>
      </p:sp>
      <p:sp>
        <p:nvSpPr>
          <p:cNvPr id="148" name="Google Shape;148;p15"/>
          <p:cNvSpPr txBox="1"/>
          <p:nvPr/>
        </p:nvSpPr>
        <p:spPr>
          <a:xfrm>
            <a:off x="10267950" y="6229350"/>
            <a:ext cx="1643062" cy="171450"/>
          </a:xfrm>
          <a:prstGeom prst="rect">
            <a:avLst/>
          </a:prstGeom>
          <a:noFill/>
          <a:ln>
            <a:noFill/>
          </a:ln>
        </p:spPr>
        <p:txBody>
          <a:bodyPr spcFirstLastPara="1" wrap="square" lIns="190500" tIns="0" rIns="0" bIns="0" anchor="t" anchorCtr="0">
            <a:spAutoFit/>
          </a:bodyPr>
          <a:lstStyle/>
          <a:p>
            <a:pPr marL="0" marR="0" lvl="0" indent="0" algn="l" rtl="0">
              <a:spcBef>
                <a:spcPts val="0"/>
              </a:spcBef>
              <a:spcAft>
                <a:spcPts val="0"/>
              </a:spcAft>
              <a:buNone/>
            </a:pPr>
            <a:r>
              <a:rPr lang="en-US" sz="1050" b="0" i="0" u="none" strike="noStrike" cap="none">
                <a:solidFill>
                  <a:srgbClr val="64748B"/>
                </a:solidFill>
                <a:latin typeface="Space Grotesk"/>
                <a:ea typeface="Space Grotesk"/>
                <a:cs typeface="Space Grotesk"/>
                <a:sym typeface="Space Grotesk"/>
              </a:rPr>
              <a:t>Topology Verified</a:t>
            </a:r>
            <a:endParaRPr/>
          </a:p>
        </p:txBody>
      </p:sp>
      <p:sp>
        <p:nvSpPr>
          <p:cNvPr id="149" name="Google Shape;149;p15"/>
          <p:cNvSpPr txBox="1"/>
          <p:nvPr/>
        </p:nvSpPr>
        <p:spPr>
          <a:xfrm>
            <a:off x="962025" y="457200"/>
            <a:ext cx="3524250" cy="2000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a:solidFill>
                  <a:srgbClr val="FFFFFF"/>
                </a:solidFill>
                <a:latin typeface="Rajdhani"/>
                <a:ea typeface="Rajdhani"/>
                <a:cs typeface="Rajdhani"/>
                <a:sym typeface="Rajdhani"/>
              </a:rPr>
              <a:t>CYBERDYNE SYSTEMS CORPORATION</a:t>
            </a:r>
            <a:endParaRPr/>
          </a:p>
        </p:txBody>
      </p:sp>
      <p:sp>
        <p:nvSpPr>
          <p:cNvPr id="150" name="Google Shape;150;p15"/>
          <p:cNvSpPr txBox="1"/>
          <p:nvPr/>
        </p:nvSpPr>
        <p:spPr>
          <a:xfrm>
            <a:off x="962025" y="657225"/>
            <a:ext cx="3524250" cy="171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64748B"/>
                </a:solidFill>
                <a:latin typeface="Space Grotesk"/>
                <a:ea typeface="Space Grotesk"/>
                <a:cs typeface="Space Grotesk"/>
                <a:sym typeface="Space Grotesk"/>
              </a:rPr>
              <a:t>SECTION 02 // TOPOLOGY</a:t>
            </a:r>
            <a:endParaRPr/>
          </a:p>
        </p:txBody>
      </p:sp>
      <p:pic>
        <p:nvPicPr>
          <p:cNvPr id="4" name="Picture 3">
            <a:extLst>
              <a:ext uri="{FF2B5EF4-FFF2-40B4-BE49-F238E27FC236}">
                <a16:creationId xmlns:a16="http://schemas.microsoft.com/office/drawing/2014/main" id="{E3B3DAE6-927D-5B8F-19AD-A5C1FB10F3A5}"/>
              </a:ext>
            </a:extLst>
          </p:cNvPr>
          <p:cNvPicPr>
            <a:picLocks noChangeAspect="1"/>
          </p:cNvPicPr>
          <p:nvPr/>
        </p:nvPicPr>
        <p:blipFill>
          <a:blip r:embed="rId5"/>
          <a:stretch>
            <a:fillRect/>
          </a:stretch>
        </p:blipFill>
        <p:spPr>
          <a:xfrm>
            <a:off x="609600" y="1771323"/>
            <a:ext cx="8168640" cy="430087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90D16"/>
        </a:solidFill>
        <a:effectLst/>
      </p:bgPr>
    </p:bg>
    <p:spTree>
      <p:nvGrpSpPr>
        <p:cNvPr id="1" name="Shape 154"/>
        <p:cNvGrpSpPr/>
        <p:nvPr/>
      </p:nvGrpSpPr>
      <p:grpSpPr>
        <a:xfrm>
          <a:off x="0" y="0"/>
          <a:ext cx="0" cy="0"/>
          <a:chOff x="0" y="0"/>
          <a:chExt cx="0" cy="0"/>
        </a:xfrm>
      </p:grpSpPr>
      <p:sp>
        <p:nvSpPr>
          <p:cNvPr id="155" name="Google Shape;155;p16"/>
          <p:cNvSpPr/>
          <p:nvPr/>
        </p:nvSpPr>
        <p:spPr>
          <a:xfrm>
            <a:off x="609600" y="6067425"/>
            <a:ext cx="10972800" cy="33337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56" name="Google Shape;156;p16"/>
          <p:cNvSpPr/>
          <p:nvPr/>
        </p:nvSpPr>
        <p:spPr>
          <a:xfrm>
            <a:off x="695615" y="2059305"/>
            <a:ext cx="3658915" cy="3861846"/>
          </a:xfrm>
          <a:prstGeom prst="roundRect">
            <a:avLst>
              <a:gd name="adj" fmla="val 5825"/>
            </a:avLst>
          </a:prstGeom>
          <a:solidFill>
            <a:srgbClr val="0F172A"/>
          </a:solidFill>
          <a:ln w="9525" cap="flat" cmpd="sng">
            <a:solidFill>
              <a:srgbClr val="1E29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58" name="Google Shape;158;p16"/>
          <p:cNvSpPr/>
          <p:nvPr/>
        </p:nvSpPr>
        <p:spPr>
          <a:xfrm>
            <a:off x="609600" y="6067425"/>
            <a:ext cx="10972800" cy="9525"/>
          </a:xfrm>
          <a:prstGeom prst="rect">
            <a:avLst/>
          </a:prstGeom>
          <a:solidFill>
            <a:srgbClr val="1E293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59" name="Google Shape;159;p16" descr="image.png"/>
          <p:cNvPicPr preferRelativeResize="0"/>
          <p:nvPr/>
        </p:nvPicPr>
        <p:blipFill rotWithShape="1">
          <a:blip r:embed="rId3">
            <a:alphaModFix/>
          </a:blip>
          <a:srcRect/>
          <a:stretch/>
        </p:blipFill>
        <p:spPr>
          <a:xfrm>
            <a:off x="609600" y="547687"/>
            <a:ext cx="190500" cy="190500"/>
          </a:xfrm>
          <a:prstGeom prst="rect">
            <a:avLst/>
          </a:prstGeom>
          <a:noFill/>
          <a:ln>
            <a:noFill/>
          </a:ln>
        </p:spPr>
      </p:pic>
      <p:pic>
        <p:nvPicPr>
          <p:cNvPr id="160" name="Google Shape;160;p16" descr="image.png"/>
          <p:cNvPicPr preferRelativeResize="0"/>
          <p:nvPr/>
        </p:nvPicPr>
        <p:blipFill rotWithShape="1">
          <a:blip r:embed="rId4">
            <a:alphaModFix/>
          </a:blip>
          <a:srcRect/>
          <a:stretch/>
        </p:blipFill>
        <p:spPr>
          <a:xfrm>
            <a:off x="10648950" y="6248400"/>
            <a:ext cx="114300" cy="133350"/>
          </a:xfrm>
          <a:prstGeom prst="rect">
            <a:avLst/>
          </a:prstGeom>
          <a:noFill/>
          <a:ln>
            <a:noFill/>
          </a:ln>
        </p:spPr>
      </p:pic>
      <p:sp>
        <p:nvSpPr>
          <p:cNvPr id="161" name="Google Shape;161;p16"/>
          <p:cNvSpPr txBox="1"/>
          <p:nvPr/>
        </p:nvSpPr>
        <p:spPr>
          <a:xfrm>
            <a:off x="11096625" y="557212"/>
            <a:ext cx="771525" cy="171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a:solidFill>
                  <a:srgbClr val="38BDF8"/>
                </a:solidFill>
                <a:latin typeface="Rajdhani"/>
                <a:ea typeface="Rajdhani"/>
                <a:cs typeface="Rajdhani"/>
                <a:sym typeface="Rajdhani"/>
              </a:rPr>
              <a:t>SLIDE 03</a:t>
            </a:r>
            <a:endParaRPr/>
          </a:p>
        </p:txBody>
      </p:sp>
      <p:sp>
        <p:nvSpPr>
          <p:cNvPr id="162" name="Google Shape;162;p16"/>
          <p:cNvSpPr txBox="1"/>
          <p:nvPr/>
        </p:nvSpPr>
        <p:spPr>
          <a:xfrm>
            <a:off x="609600" y="1143000"/>
            <a:ext cx="11582400" cy="171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a:solidFill>
                  <a:srgbClr val="38BDF8"/>
                </a:solidFill>
                <a:latin typeface="Rajdhani"/>
                <a:ea typeface="Rajdhani"/>
                <a:cs typeface="Rajdhani"/>
                <a:sym typeface="Rajdhani"/>
              </a:rPr>
              <a:t>ENCRYPTED TRUNKING</a:t>
            </a:r>
            <a:endParaRPr/>
          </a:p>
        </p:txBody>
      </p:sp>
      <p:sp>
        <p:nvSpPr>
          <p:cNvPr id="163" name="Google Shape;163;p16"/>
          <p:cNvSpPr txBox="1"/>
          <p:nvPr/>
        </p:nvSpPr>
        <p:spPr>
          <a:xfrm>
            <a:off x="609600" y="1352550"/>
            <a:ext cx="11582400" cy="428625"/>
          </a:xfrm>
          <a:prstGeom prst="rect">
            <a:avLst/>
          </a:prstGeom>
          <a:noFill/>
          <a:ln>
            <a:noFill/>
          </a:ln>
        </p:spPr>
        <p:txBody>
          <a:bodyPr spcFirstLastPara="1" wrap="square" lIns="0" tIns="0" rIns="0" bIns="0" anchor="t" anchorCtr="0">
            <a:spAutoFit/>
          </a:bodyPr>
          <a:lstStyle/>
          <a:p>
            <a:r>
              <a:rPr lang="en-US" sz="2700" b="1" i="0" u="none" strike="noStrike" cap="none">
                <a:solidFill>
                  <a:srgbClr val="FFFFFF"/>
                </a:solidFill>
                <a:latin typeface="Rajdhani"/>
                <a:ea typeface="Rajdhani"/>
                <a:cs typeface="Rajdhani"/>
                <a:sym typeface="Rajdhani"/>
              </a:rPr>
              <a:t>VPN TUNNEL ARCHITECTURE</a:t>
            </a:r>
            <a:r>
              <a:rPr lang="en-US" sz="2700" b="1">
                <a:solidFill>
                  <a:srgbClr val="FFFFFF"/>
                </a:solidFill>
                <a:latin typeface="Rajdhani"/>
                <a:ea typeface="Rajdhani"/>
                <a:cs typeface="Rajdhani"/>
                <a:sym typeface="Rajdhani"/>
              </a:rPr>
              <a:t> (REQ. 3)</a:t>
            </a:r>
            <a:endParaRPr/>
          </a:p>
        </p:txBody>
      </p:sp>
      <p:sp>
        <p:nvSpPr>
          <p:cNvPr id="164" name="Google Shape;164;p16"/>
          <p:cNvSpPr txBox="1"/>
          <p:nvPr/>
        </p:nvSpPr>
        <p:spPr>
          <a:xfrm>
            <a:off x="609600" y="6229350"/>
            <a:ext cx="3750468" cy="171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64748B"/>
                </a:solidFill>
                <a:latin typeface="Space Grotesk"/>
                <a:ea typeface="Space Grotesk"/>
                <a:cs typeface="Space Grotesk"/>
                <a:sym typeface="Space Grotesk"/>
              </a:rPr>
              <a:t>© Cyberdyne Systems Inc. All Rights Reserved.</a:t>
            </a:r>
            <a:endParaRPr/>
          </a:p>
        </p:txBody>
      </p:sp>
      <p:sp>
        <p:nvSpPr>
          <p:cNvPr id="165" name="Google Shape;165;p16"/>
          <p:cNvSpPr txBox="1"/>
          <p:nvPr/>
        </p:nvSpPr>
        <p:spPr>
          <a:xfrm>
            <a:off x="10648950" y="6229350"/>
            <a:ext cx="1219200" cy="171450"/>
          </a:xfrm>
          <a:prstGeom prst="rect">
            <a:avLst/>
          </a:prstGeom>
          <a:noFill/>
          <a:ln>
            <a:noFill/>
          </a:ln>
        </p:spPr>
        <p:txBody>
          <a:bodyPr spcFirstLastPara="1" wrap="square" lIns="171450" tIns="0" rIns="0" bIns="0" anchor="t" anchorCtr="0">
            <a:spAutoFit/>
          </a:bodyPr>
          <a:lstStyle/>
          <a:p>
            <a:pPr marL="0" marR="0" lvl="0" indent="0" algn="l" rtl="0">
              <a:spcBef>
                <a:spcPts val="0"/>
              </a:spcBef>
              <a:spcAft>
                <a:spcPts val="0"/>
              </a:spcAft>
              <a:buNone/>
            </a:pPr>
            <a:r>
              <a:rPr lang="en-US" sz="1050" b="0" i="0" u="none" strike="noStrike" cap="none">
                <a:solidFill>
                  <a:srgbClr val="64748B"/>
                </a:solidFill>
                <a:latin typeface="Space Grotesk"/>
                <a:ea typeface="Space Grotesk"/>
                <a:cs typeface="Space Grotesk"/>
                <a:sym typeface="Space Grotesk"/>
              </a:rPr>
              <a:t>IPsec Active</a:t>
            </a:r>
            <a:endParaRPr/>
          </a:p>
        </p:txBody>
      </p:sp>
      <p:sp>
        <p:nvSpPr>
          <p:cNvPr id="166" name="Google Shape;166;p16"/>
          <p:cNvSpPr txBox="1"/>
          <p:nvPr/>
        </p:nvSpPr>
        <p:spPr>
          <a:xfrm>
            <a:off x="713105" y="2162810"/>
            <a:ext cx="6325800" cy="25391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1" i="0" u="none" strike="noStrike" cap="none">
                <a:solidFill>
                  <a:srgbClr val="38BDF8"/>
                </a:solidFill>
                <a:latin typeface="Rajdhani"/>
                <a:ea typeface="Rajdhani"/>
                <a:cs typeface="Rajdhani"/>
                <a:sym typeface="Rajdhani"/>
              </a:rPr>
              <a:t>SITE-TO-SITE IPSEC </a:t>
            </a:r>
            <a:r>
              <a:rPr lang="en-US" sz="1650" b="1">
                <a:solidFill>
                  <a:srgbClr val="38BDF8"/>
                </a:solidFill>
                <a:latin typeface="Rajdhani"/>
                <a:ea typeface="Rajdhani"/>
                <a:cs typeface="Rajdhani"/>
                <a:sym typeface="Rajdhani"/>
              </a:rPr>
              <a:t>TUNNEL</a:t>
            </a:r>
            <a:endParaRPr/>
          </a:p>
        </p:txBody>
      </p:sp>
      <p:sp>
        <p:nvSpPr>
          <p:cNvPr id="167" name="Google Shape;167;p16"/>
          <p:cNvSpPr txBox="1"/>
          <p:nvPr/>
        </p:nvSpPr>
        <p:spPr>
          <a:xfrm>
            <a:off x="743585" y="2543810"/>
            <a:ext cx="3126740" cy="3947234"/>
          </a:xfrm>
          <a:prstGeom prst="rect">
            <a:avLst/>
          </a:prstGeom>
          <a:noFill/>
          <a:ln>
            <a:noFill/>
          </a:ln>
        </p:spPr>
        <p:txBody>
          <a:bodyPr spcFirstLastPara="1" wrap="square" lIns="0" tIns="0" rIns="0" bIns="0" anchor="t" anchorCtr="0">
            <a:spAutoFit/>
          </a:bodyPr>
          <a:lstStyle/>
          <a:p>
            <a:r>
              <a:rPr lang="en-US" sz="1350">
                <a:solidFill>
                  <a:srgbClr val="CBD5E1"/>
                </a:solidFill>
                <a:ea typeface="Space Grotesk"/>
                <a:sym typeface="Space Grotesk"/>
              </a:rPr>
              <a:t>Logical GRE </a:t>
            </a:r>
            <a:r>
              <a:rPr lang="en-US" sz="1350" b="0" i="0" u="none" strike="noStrike" cap="none">
                <a:solidFill>
                  <a:srgbClr val="CBD5E1"/>
                </a:solidFill>
                <a:ea typeface="Space Grotesk"/>
                <a:sym typeface="Space Grotesk"/>
              </a:rPr>
              <a:t>tunnel </a:t>
            </a:r>
            <a:r>
              <a:rPr lang="en-US" sz="1350">
                <a:solidFill>
                  <a:srgbClr val="CBD5E1"/>
                </a:solidFill>
                <a:ea typeface="Space Grotesk"/>
                <a:sym typeface="Space Grotesk"/>
              </a:rPr>
              <a:t>protected by IPsec between SYD-GW and CBR-GW</a:t>
            </a:r>
          </a:p>
          <a:p>
            <a:endParaRPr lang="en-US" sz="1350">
              <a:solidFill>
                <a:srgbClr val="CBD5E1"/>
              </a:solidFill>
              <a:ea typeface="Space Grotesk"/>
            </a:endParaRPr>
          </a:p>
          <a:p>
            <a:r>
              <a:rPr lang="en-US" sz="1350">
                <a:solidFill>
                  <a:srgbClr val="CBD5E1"/>
                </a:solidFill>
              </a:rPr>
              <a:t>Encapsulating Security Payload (ESP) encryption protocol set to Advanced Encryption Standard (AES) with a strong 256-bit key length. </a:t>
            </a:r>
            <a:endParaRPr lang="en-US"/>
          </a:p>
          <a:p>
            <a:endParaRPr lang="en-US" sz="1350">
              <a:solidFill>
                <a:srgbClr val="CBD5E1"/>
              </a:solidFill>
            </a:endParaRPr>
          </a:p>
          <a:p>
            <a:r>
              <a:rPr lang="en-US" sz="1350">
                <a:solidFill>
                  <a:srgbClr val="CBD5E1"/>
                </a:solidFill>
              </a:rPr>
              <a:t>Hash-based Message Authentication Code (HMAC) with </a:t>
            </a:r>
            <a:r>
              <a:rPr lang="en-US" sz="1200" b="1">
                <a:solidFill>
                  <a:srgbClr val="CBD5E1"/>
                </a:solidFill>
              </a:rPr>
              <a:t>SHA-256</a:t>
            </a:r>
            <a:r>
              <a:rPr lang="en-US" sz="1350">
                <a:solidFill>
                  <a:srgbClr val="CBD5E1"/>
                </a:solidFill>
              </a:rPr>
              <a:t> for data integrity and authentication. </a:t>
            </a:r>
            <a:endParaRPr lang="en-US"/>
          </a:p>
          <a:p>
            <a:endParaRPr lang="en-US" sz="1350">
              <a:solidFill>
                <a:srgbClr val="CBD5E1"/>
              </a:solidFill>
            </a:endParaRPr>
          </a:p>
          <a:p>
            <a:r>
              <a:rPr lang="en-US" sz="1350">
                <a:solidFill>
                  <a:srgbClr val="CBD5E1"/>
                </a:solidFill>
              </a:rPr>
              <a:t>Transport mode is the best-practice design choice when overlaying IPsec on top of GRE tunnels or VTI (Virtual Tunnel Interfaces)</a:t>
            </a:r>
            <a:endParaRPr lang="en-US"/>
          </a:p>
          <a:p>
            <a:br>
              <a:rPr lang="en-US" sz="1350">
                <a:ea typeface="Space Grotesk"/>
              </a:rPr>
            </a:br>
            <a:br>
              <a:rPr lang="en-US" sz="1350">
                <a:ea typeface="Space Grotesk"/>
              </a:rPr>
            </a:br>
            <a:endParaRPr lang="en-US" sz="1350">
              <a:solidFill>
                <a:srgbClr val="CBD5E1"/>
              </a:solidFill>
            </a:endParaRPr>
          </a:p>
        </p:txBody>
      </p:sp>
      <p:sp>
        <p:nvSpPr>
          <p:cNvPr id="172" name="Google Shape;172;p16"/>
          <p:cNvSpPr txBox="1"/>
          <p:nvPr/>
        </p:nvSpPr>
        <p:spPr>
          <a:xfrm>
            <a:off x="914400" y="457200"/>
            <a:ext cx="3524250" cy="2000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a:solidFill>
                  <a:srgbClr val="FFFFFF"/>
                </a:solidFill>
                <a:latin typeface="Rajdhani"/>
                <a:ea typeface="Rajdhani"/>
                <a:cs typeface="Rajdhani"/>
                <a:sym typeface="Rajdhani"/>
              </a:rPr>
              <a:t>CYBERDYNE SYSTEMS CORPORATION</a:t>
            </a:r>
            <a:endParaRPr/>
          </a:p>
        </p:txBody>
      </p:sp>
      <p:sp>
        <p:nvSpPr>
          <p:cNvPr id="173" name="Google Shape;173;p16"/>
          <p:cNvSpPr txBox="1"/>
          <p:nvPr/>
        </p:nvSpPr>
        <p:spPr>
          <a:xfrm>
            <a:off x="914400" y="657225"/>
            <a:ext cx="3524250" cy="171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64748B"/>
                </a:solidFill>
                <a:latin typeface="Space Grotesk"/>
                <a:ea typeface="Space Grotesk"/>
                <a:cs typeface="Space Grotesk"/>
                <a:sym typeface="Space Grotesk"/>
              </a:rPr>
              <a:t>SECTION 03 // SECURE INTERCONNECT</a:t>
            </a:r>
            <a:endParaRPr/>
          </a:p>
        </p:txBody>
      </p:sp>
      <p:pic>
        <p:nvPicPr>
          <p:cNvPr id="2" name="Picture 1">
            <a:extLst>
              <a:ext uri="{FF2B5EF4-FFF2-40B4-BE49-F238E27FC236}">
                <a16:creationId xmlns:a16="http://schemas.microsoft.com/office/drawing/2014/main" id="{C1067585-0987-675E-9240-1B0AAF3A477B}"/>
              </a:ext>
            </a:extLst>
          </p:cNvPr>
          <p:cNvPicPr>
            <a:picLocks noChangeAspect="1"/>
          </p:cNvPicPr>
          <p:nvPr/>
        </p:nvPicPr>
        <p:blipFill>
          <a:blip r:embed="rId5"/>
          <a:stretch>
            <a:fillRect/>
          </a:stretch>
        </p:blipFill>
        <p:spPr>
          <a:xfrm>
            <a:off x="5750877" y="2055812"/>
            <a:ext cx="5343525" cy="223837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90D16"/>
        </a:solidFill>
        <a:effectLst/>
      </p:bgPr>
    </p:bg>
    <p:spTree>
      <p:nvGrpSpPr>
        <p:cNvPr id="1" name="Shape 177"/>
        <p:cNvGrpSpPr/>
        <p:nvPr/>
      </p:nvGrpSpPr>
      <p:grpSpPr>
        <a:xfrm>
          <a:off x="0" y="0"/>
          <a:ext cx="0" cy="0"/>
          <a:chOff x="0" y="0"/>
          <a:chExt cx="0" cy="0"/>
        </a:xfrm>
      </p:grpSpPr>
      <p:sp>
        <p:nvSpPr>
          <p:cNvPr id="178" name="Google Shape;178;p17"/>
          <p:cNvSpPr/>
          <p:nvPr/>
        </p:nvSpPr>
        <p:spPr>
          <a:xfrm>
            <a:off x="609600" y="6067425"/>
            <a:ext cx="10972800" cy="33337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79" name="Google Shape;179;p17"/>
          <p:cNvSpPr/>
          <p:nvPr/>
        </p:nvSpPr>
        <p:spPr>
          <a:xfrm>
            <a:off x="609600" y="6067425"/>
            <a:ext cx="10972800" cy="9525"/>
          </a:xfrm>
          <a:prstGeom prst="rect">
            <a:avLst/>
          </a:prstGeom>
          <a:solidFill>
            <a:srgbClr val="1E293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80" name="Google Shape;180;p17" descr="image.png"/>
          <p:cNvPicPr preferRelativeResize="0"/>
          <p:nvPr/>
        </p:nvPicPr>
        <p:blipFill rotWithShape="1">
          <a:blip r:embed="rId3">
            <a:alphaModFix/>
          </a:blip>
          <a:srcRect/>
          <a:stretch/>
        </p:blipFill>
        <p:spPr>
          <a:xfrm>
            <a:off x="609600" y="547687"/>
            <a:ext cx="190500" cy="190500"/>
          </a:xfrm>
          <a:prstGeom prst="rect">
            <a:avLst/>
          </a:prstGeom>
          <a:noFill/>
          <a:ln>
            <a:noFill/>
          </a:ln>
        </p:spPr>
      </p:pic>
      <p:pic>
        <p:nvPicPr>
          <p:cNvPr id="181" name="Google Shape;181;p17" descr="image.png"/>
          <p:cNvPicPr preferRelativeResize="0"/>
          <p:nvPr/>
        </p:nvPicPr>
        <p:blipFill rotWithShape="1">
          <a:blip r:embed="rId4">
            <a:alphaModFix/>
          </a:blip>
          <a:srcRect/>
          <a:stretch/>
        </p:blipFill>
        <p:spPr>
          <a:xfrm>
            <a:off x="10086975" y="6248400"/>
            <a:ext cx="133350" cy="133350"/>
          </a:xfrm>
          <a:prstGeom prst="rect">
            <a:avLst/>
          </a:prstGeom>
          <a:noFill/>
          <a:ln>
            <a:noFill/>
          </a:ln>
        </p:spPr>
      </p:pic>
      <p:sp>
        <p:nvSpPr>
          <p:cNvPr id="182" name="Google Shape;182;p17"/>
          <p:cNvSpPr txBox="1"/>
          <p:nvPr/>
        </p:nvSpPr>
        <p:spPr>
          <a:xfrm>
            <a:off x="11087100" y="557212"/>
            <a:ext cx="781050" cy="171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a:solidFill>
                  <a:srgbClr val="38BDF8"/>
                </a:solidFill>
                <a:latin typeface="Rajdhani"/>
                <a:ea typeface="Rajdhani"/>
                <a:cs typeface="Rajdhani"/>
                <a:sym typeface="Rajdhani"/>
              </a:rPr>
              <a:t>SLIDE 04</a:t>
            </a:r>
            <a:endParaRPr/>
          </a:p>
        </p:txBody>
      </p:sp>
      <p:sp>
        <p:nvSpPr>
          <p:cNvPr id="183" name="Google Shape;183;p17"/>
          <p:cNvSpPr txBox="1"/>
          <p:nvPr/>
        </p:nvSpPr>
        <p:spPr>
          <a:xfrm>
            <a:off x="609600" y="1143000"/>
            <a:ext cx="11582400" cy="171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a:solidFill>
                  <a:srgbClr val="38BDF8"/>
                </a:solidFill>
                <a:latin typeface="Rajdhani"/>
                <a:ea typeface="Rajdhani"/>
                <a:cs typeface="Rajdhani"/>
                <a:sym typeface="Rajdhani"/>
              </a:rPr>
              <a:t>NETWORK PROTOCOLS</a:t>
            </a:r>
            <a:endParaRPr/>
          </a:p>
        </p:txBody>
      </p:sp>
      <p:sp>
        <p:nvSpPr>
          <p:cNvPr id="184" name="Google Shape;184;p17"/>
          <p:cNvSpPr txBox="1"/>
          <p:nvPr/>
        </p:nvSpPr>
        <p:spPr>
          <a:xfrm>
            <a:off x="609600" y="1352550"/>
            <a:ext cx="11582400" cy="428625"/>
          </a:xfrm>
          <a:prstGeom prst="rect">
            <a:avLst/>
          </a:prstGeom>
          <a:noFill/>
          <a:ln>
            <a:noFill/>
          </a:ln>
        </p:spPr>
        <p:txBody>
          <a:bodyPr spcFirstLastPara="1" wrap="square" lIns="0" tIns="0" rIns="0" bIns="0" anchor="t" anchorCtr="0">
            <a:spAutoFit/>
          </a:bodyPr>
          <a:lstStyle/>
          <a:p>
            <a:r>
              <a:rPr lang="en-US" sz="2700" b="1" i="0" u="none" strike="noStrike" cap="none">
                <a:solidFill>
                  <a:srgbClr val="FFFFFF"/>
                </a:solidFill>
                <a:latin typeface="Rajdhani"/>
                <a:ea typeface="Rajdhani"/>
                <a:cs typeface="Rajdhani"/>
                <a:sym typeface="Rajdhani"/>
              </a:rPr>
              <a:t>IP ADDRESSING PLAN</a:t>
            </a:r>
            <a:r>
              <a:rPr lang="en-US" sz="2700" b="1">
                <a:solidFill>
                  <a:srgbClr val="FFFFFF"/>
                </a:solidFill>
                <a:latin typeface="Rajdhani"/>
                <a:ea typeface="Rajdhani"/>
                <a:cs typeface="Rajdhani"/>
                <a:sym typeface="Rajdhani"/>
              </a:rPr>
              <a:t> (REQ. 4)</a:t>
            </a:r>
            <a:endParaRPr/>
          </a:p>
        </p:txBody>
      </p:sp>
      <p:sp>
        <p:nvSpPr>
          <p:cNvPr id="185" name="Google Shape;185;p17"/>
          <p:cNvSpPr txBox="1"/>
          <p:nvPr/>
        </p:nvSpPr>
        <p:spPr>
          <a:xfrm>
            <a:off x="609600" y="6229350"/>
            <a:ext cx="3750468" cy="171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64748B"/>
                </a:solidFill>
                <a:latin typeface="Space Grotesk"/>
                <a:ea typeface="Space Grotesk"/>
                <a:cs typeface="Space Grotesk"/>
                <a:sym typeface="Space Grotesk"/>
              </a:rPr>
              <a:t>© Cyberdyne Systems Inc. All Rights Reserved.</a:t>
            </a:r>
            <a:endParaRPr/>
          </a:p>
        </p:txBody>
      </p:sp>
      <p:sp>
        <p:nvSpPr>
          <p:cNvPr id="186" name="Google Shape;186;p17"/>
          <p:cNvSpPr txBox="1"/>
          <p:nvPr/>
        </p:nvSpPr>
        <p:spPr>
          <a:xfrm>
            <a:off x="10086975" y="6229350"/>
            <a:ext cx="1869281" cy="171450"/>
          </a:xfrm>
          <a:prstGeom prst="rect">
            <a:avLst/>
          </a:prstGeom>
          <a:noFill/>
          <a:ln>
            <a:noFill/>
          </a:ln>
        </p:spPr>
        <p:txBody>
          <a:bodyPr spcFirstLastPara="1" wrap="square" lIns="190500" tIns="0" rIns="0" bIns="0" anchor="t" anchorCtr="0">
            <a:spAutoFit/>
          </a:bodyPr>
          <a:lstStyle/>
          <a:p>
            <a:pPr marL="0" marR="0" lvl="0" indent="0" algn="l" rtl="0">
              <a:spcBef>
                <a:spcPts val="0"/>
              </a:spcBef>
              <a:spcAft>
                <a:spcPts val="0"/>
              </a:spcAft>
              <a:buNone/>
            </a:pPr>
            <a:r>
              <a:rPr lang="en-US" sz="1050" b="0" i="0" u="none" strike="noStrike" cap="none">
                <a:solidFill>
                  <a:srgbClr val="64748B"/>
                </a:solidFill>
                <a:latin typeface="Space Grotesk"/>
                <a:ea typeface="Space Grotesk"/>
                <a:cs typeface="Space Grotesk"/>
                <a:sym typeface="Space Grotesk"/>
              </a:rPr>
              <a:t>IP Matrix Configured</a:t>
            </a:r>
            <a:endParaRPr/>
          </a:p>
        </p:txBody>
      </p:sp>
      <p:sp>
        <p:nvSpPr>
          <p:cNvPr id="187" name="Google Shape;187;p17"/>
          <p:cNvSpPr txBox="1"/>
          <p:nvPr/>
        </p:nvSpPr>
        <p:spPr>
          <a:xfrm>
            <a:off x="914400" y="457200"/>
            <a:ext cx="3524250" cy="2000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a:solidFill>
                  <a:srgbClr val="FFFFFF"/>
                </a:solidFill>
                <a:latin typeface="Rajdhani"/>
                <a:ea typeface="Rajdhani"/>
                <a:cs typeface="Rajdhani"/>
                <a:sym typeface="Rajdhani"/>
              </a:rPr>
              <a:t>CYBERDYNE SYSTEMS CORPORATION</a:t>
            </a:r>
            <a:endParaRPr/>
          </a:p>
        </p:txBody>
      </p:sp>
      <p:sp>
        <p:nvSpPr>
          <p:cNvPr id="188" name="Google Shape;188;p17"/>
          <p:cNvSpPr txBox="1"/>
          <p:nvPr/>
        </p:nvSpPr>
        <p:spPr>
          <a:xfrm>
            <a:off x="914400" y="657225"/>
            <a:ext cx="3524250" cy="171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64748B"/>
                </a:solidFill>
                <a:latin typeface="Space Grotesk"/>
                <a:ea typeface="Space Grotesk"/>
                <a:cs typeface="Space Grotesk"/>
                <a:sym typeface="Space Grotesk"/>
              </a:rPr>
              <a:t>SECTION 04 // ADDRESSING SCHEME</a:t>
            </a:r>
            <a:endParaRPr/>
          </a:p>
        </p:txBody>
      </p:sp>
      <p:pic>
        <p:nvPicPr>
          <p:cNvPr id="2" name="Picture 1">
            <a:extLst>
              <a:ext uri="{FF2B5EF4-FFF2-40B4-BE49-F238E27FC236}">
                <a16:creationId xmlns:a16="http://schemas.microsoft.com/office/drawing/2014/main" id="{95A565C2-3DB4-CB74-F7C6-829B8C77FAD3}"/>
              </a:ext>
            </a:extLst>
          </p:cNvPr>
          <p:cNvPicPr>
            <a:picLocks noChangeAspect="1"/>
          </p:cNvPicPr>
          <p:nvPr/>
        </p:nvPicPr>
        <p:blipFill>
          <a:blip r:embed="rId5"/>
          <a:stretch>
            <a:fillRect/>
          </a:stretch>
        </p:blipFill>
        <p:spPr>
          <a:xfrm>
            <a:off x="609600" y="1864208"/>
            <a:ext cx="10546080" cy="346486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90D16"/>
        </a:solidFill>
        <a:effectLst/>
      </p:bgPr>
    </p:bg>
    <p:spTree>
      <p:nvGrpSpPr>
        <p:cNvPr id="1" name="Shape 192"/>
        <p:cNvGrpSpPr/>
        <p:nvPr/>
      </p:nvGrpSpPr>
      <p:grpSpPr>
        <a:xfrm>
          <a:off x="0" y="0"/>
          <a:ext cx="0" cy="0"/>
          <a:chOff x="0" y="0"/>
          <a:chExt cx="0" cy="0"/>
        </a:xfrm>
      </p:grpSpPr>
      <p:sp>
        <p:nvSpPr>
          <p:cNvPr id="193" name="Google Shape;193;p18"/>
          <p:cNvSpPr/>
          <p:nvPr/>
        </p:nvSpPr>
        <p:spPr>
          <a:xfrm>
            <a:off x="609600" y="6067425"/>
            <a:ext cx="10972800" cy="33337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94" name="Google Shape;194;p18"/>
          <p:cNvSpPr/>
          <p:nvPr/>
        </p:nvSpPr>
        <p:spPr>
          <a:xfrm>
            <a:off x="589280" y="1825942"/>
            <a:ext cx="2628900" cy="1108000"/>
          </a:xfrm>
          <a:prstGeom prst="roundRect">
            <a:avLst>
              <a:gd name="adj" fmla="val 6289"/>
            </a:avLst>
          </a:prstGeom>
          <a:solidFill>
            <a:srgbClr val="0F172A"/>
          </a:solidFill>
          <a:ln w="9525" cap="flat" cmpd="sng">
            <a:solidFill>
              <a:srgbClr val="1E29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95" name="Google Shape;195;p18"/>
          <p:cNvSpPr/>
          <p:nvPr/>
        </p:nvSpPr>
        <p:spPr>
          <a:xfrm>
            <a:off x="3390900" y="1825942"/>
            <a:ext cx="2608580" cy="1108000"/>
          </a:xfrm>
          <a:prstGeom prst="roundRect">
            <a:avLst>
              <a:gd name="adj" fmla="val 6289"/>
            </a:avLst>
          </a:prstGeom>
          <a:solidFill>
            <a:srgbClr val="0F172A"/>
          </a:solidFill>
          <a:ln w="9525" cap="flat" cmpd="sng">
            <a:solidFill>
              <a:srgbClr val="1E29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96" name="Google Shape;196;p18"/>
          <p:cNvSpPr/>
          <p:nvPr/>
        </p:nvSpPr>
        <p:spPr>
          <a:xfrm>
            <a:off x="6172200" y="1825942"/>
            <a:ext cx="2618740" cy="1108000"/>
          </a:xfrm>
          <a:prstGeom prst="roundRect">
            <a:avLst>
              <a:gd name="adj" fmla="val 6289"/>
            </a:avLst>
          </a:prstGeom>
          <a:solidFill>
            <a:srgbClr val="0F172A"/>
          </a:solidFill>
          <a:ln w="9525" cap="flat" cmpd="sng">
            <a:solidFill>
              <a:srgbClr val="1E29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97" name="Google Shape;197;p18"/>
          <p:cNvSpPr/>
          <p:nvPr/>
        </p:nvSpPr>
        <p:spPr>
          <a:xfrm>
            <a:off x="8953500" y="1825942"/>
            <a:ext cx="2628900" cy="1108000"/>
          </a:xfrm>
          <a:prstGeom prst="roundRect">
            <a:avLst>
              <a:gd name="adj" fmla="val 6289"/>
            </a:avLst>
          </a:prstGeom>
          <a:solidFill>
            <a:srgbClr val="0F172A"/>
          </a:solidFill>
          <a:ln w="9525" cap="flat" cmpd="sng">
            <a:solidFill>
              <a:srgbClr val="1E29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98" name="Google Shape;198;p18"/>
          <p:cNvSpPr/>
          <p:nvPr/>
        </p:nvSpPr>
        <p:spPr>
          <a:xfrm>
            <a:off x="609600" y="6067425"/>
            <a:ext cx="10972800" cy="9525"/>
          </a:xfrm>
          <a:prstGeom prst="rect">
            <a:avLst/>
          </a:prstGeom>
          <a:solidFill>
            <a:srgbClr val="1E293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99" name="Google Shape;199;p18" descr="image.png"/>
          <p:cNvPicPr preferRelativeResize="0"/>
          <p:nvPr/>
        </p:nvPicPr>
        <p:blipFill rotWithShape="1">
          <a:blip r:embed="rId3">
            <a:alphaModFix/>
          </a:blip>
          <a:srcRect/>
          <a:stretch/>
        </p:blipFill>
        <p:spPr>
          <a:xfrm>
            <a:off x="609600" y="547687"/>
            <a:ext cx="219075" cy="190500"/>
          </a:xfrm>
          <a:prstGeom prst="rect">
            <a:avLst/>
          </a:prstGeom>
          <a:noFill/>
          <a:ln>
            <a:noFill/>
          </a:ln>
        </p:spPr>
      </p:pic>
      <p:pic>
        <p:nvPicPr>
          <p:cNvPr id="200" name="Google Shape;200;p18" descr="image.png"/>
          <p:cNvPicPr preferRelativeResize="0"/>
          <p:nvPr/>
        </p:nvPicPr>
        <p:blipFill rotWithShape="1">
          <a:blip r:embed="rId4">
            <a:alphaModFix/>
          </a:blip>
          <a:srcRect/>
          <a:stretch/>
        </p:blipFill>
        <p:spPr>
          <a:xfrm>
            <a:off x="10020300" y="6248400"/>
            <a:ext cx="133350" cy="133350"/>
          </a:xfrm>
          <a:prstGeom prst="rect">
            <a:avLst/>
          </a:prstGeom>
          <a:noFill/>
          <a:ln>
            <a:noFill/>
          </a:ln>
        </p:spPr>
      </p:pic>
      <p:sp>
        <p:nvSpPr>
          <p:cNvPr id="201" name="Google Shape;201;p18"/>
          <p:cNvSpPr txBox="1"/>
          <p:nvPr/>
        </p:nvSpPr>
        <p:spPr>
          <a:xfrm>
            <a:off x="11096625" y="557212"/>
            <a:ext cx="771525" cy="171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a:solidFill>
                  <a:srgbClr val="38BDF8"/>
                </a:solidFill>
                <a:latin typeface="Rajdhani"/>
                <a:ea typeface="Rajdhani"/>
                <a:cs typeface="Rajdhani"/>
                <a:sym typeface="Rajdhani"/>
              </a:rPr>
              <a:t>SLIDE 05</a:t>
            </a:r>
            <a:endParaRPr/>
          </a:p>
        </p:txBody>
      </p:sp>
      <p:sp>
        <p:nvSpPr>
          <p:cNvPr id="202" name="Google Shape;202;p18"/>
          <p:cNvSpPr txBox="1"/>
          <p:nvPr/>
        </p:nvSpPr>
        <p:spPr>
          <a:xfrm>
            <a:off x="609600" y="1143000"/>
            <a:ext cx="11582400" cy="171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a:solidFill>
                  <a:srgbClr val="38BDF8"/>
                </a:solidFill>
                <a:latin typeface="Rajdhani"/>
                <a:ea typeface="Rajdhani"/>
                <a:cs typeface="Rajdhani"/>
                <a:sym typeface="Rajdhani"/>
              </a:rPr>
              <a:t>LOGICAL ISOLATION</a:t>
            </a:r>
            <a:endParaRPr/>
          </a:p>
        </p:txBody>
      </p:sp>
      <p:sp>
        <p:nvSpPr>
          <p:cNvPr id="203" name="Google Shape;203;p18"/>
          <p:cNvSpPr txBox="1"/>
          <p:nvPr/>
        </p:nvSpPr>
        <p:spPr>
          <a:xfrm>
            <a:off x="609600" y="1352550"/>
            <a:ext cx="11582400" cy="428625"/>
          </a:xfrm>
          <a:prstGeom prst="rect">
            <a:avLst/>
          </a:prstGeom>
          <a:noFill/>
          <a:ln>
            <a:noFill/>
          </a:ln>
        </p:spPr>
        <p:txBody>
          <a:bodyPr spcFirstLastPara="1" wrap="square" lIns="0" tIns="0" rIns="0" bIns="0" anchor="t" anchorCtr="0">
            <a:spAutoFit/>
          </a:bodyPr>
          <a:lstStyle/>
          <a:p>
            <a:r>
              <a:rPr lang="en-US" sz="2700" b="1" i="0" u="none" strike="noStrike" cap="none">
                <a:solidFill>
                  <a:srgbClr val="FFFFFF"/>
                </a:solidFill>
                <a:latin typeface="Rajdhani"/>
                <a:ea typeface="Rajdhani"/>
                <a:cs typeface="Rajdhani"/>
                <a:sym typeface="Rajdhani"/>
              </a:rPr>
              <a:t>VLAN DESIGN &amp; SEGMENTATION</a:t>
            </a:r>
            <a:r>
              <a:rPr lang="en-US" sz="2700" b="1">
                <a:solidFill>
                  <a:srgbClr val="FFFFFF"/>
                </a:solidFill>
                <a:latin typeface="Rajdhani"/>
                <a:ea typeface="Rajdhani"/>
                <a:cs typeface="Rajdhani"/>
                <a:sym typeface="Rajdhani"/>
              </a:rPr>
              <a:t> (REQ. 5)</a:t>
            </a:r>
            <a:endParaRPr/>
          </a:p>
        </p:txBody>
      </p:sp>
      <p:sp>
        <p:nvSpPr>
          <p:cNvPr id="204" name="Google Shape;204;p18"/>
          <p:cNvSpPr txBox="1"/>
          <p:nvPr/>
        </p:nvSpPr>
        <p:spPr>
          <a:xfrm>
            <a:off x="609600" y="6229350"/>
            <a:ext cx="3750468" cy="171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64748B"/>
                </a:solidFill>
                <a:latin typeface="Space Grotesk"/>
                <a:ea typeface="Space Grotesk"/>
                <a:cs typeface="Space Grotesk"/>
                <a:sym typeface="Space Grotesk"/>
              </a:rPr>
              <a:t>© Cyberdyne Systems Inc. All Rights Reserved.</a:t>
            </a:r>
            <a:endParaRPr/>
          </a:p>
        </p:txBody>
      </p:sp>
      <p:sp>
        <p:nvSpPr>
          <p:cNvPr id="205" name="Google Shape;205;p18"/>
          <p:cNvSpPr txBox="1"/>
          <p:nvPr/>
        </p:nvSpPr>
        <p:spPr>
          <a:xfrm>
            <a:off x="10020300" y="6229350"/>
            <a:ext cx="1952625" cy="171450"/>
          </a:xfrm>
          <a:prstGeom prst="rect">
            <a:avLst/>
          </a:prstGeom>
          <a:noFill/>
          <a:ln>
            <a:noFill/>
          </a:ln>
        </p:spPr>
        <p:txBody>
          <a:bodyPr spcFirstLastPara="1" wrap="square" lIns="190500" tIns="0" rIns="0" bIns="0" anchor="t" anchorCtr="0">
            <a:spAutoFit/>
          </a:bodyPr>
          <a:lstStyle/>
          <a:p>
            <a:pPr marL="0" marR="0" lvl="0" indent="0" algn="l" rtl="0">
              <a:spcBef>
                <a:spcPts val="0"/>
              </a:spcBef>
              <a:spcAft>
                <a:spcPts val="0"/>
              </a:spcAft>
              <a:buNone/>
            </a:pPr>
            <a:r>
              <a:rPr lang="en-US" sz="1050" b="0" i="0" u="none" strike="noStrike" cap="none">
                <a:solidFill>
                  <a:srgbClr val="64748B"/>
                </a:solidFill>
                <a:latin typeface="Space Grotesk"/>
                <a:ea typeface="Space Grotesk"/>
                <a:cs typeface="Space Grotesk"/>
                <a:sym typeface="Space Grotesk"/>
              </a:rPr>
              <a:t>VLAN Trunking Active</a:t>
            </a:r>
            <a:endParaRPr/>
          </a:p>
        </p:txBody>
      </p:sp>
      <p:sp>
        <p:nvSpPr>
          <p:cNvPr id="206" name="Google Shape;206;p18"/>
          <p:cNvSpPr txBox="1"/>
          <p:nvPr/>
        </p:nvSpPr>
        <p:spPr>
          <a:xfrm>
            <a:off x="531018" y="1822767"/>
            <a:ext cx="2786100" cy="3429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1" i="0" u="none" strike="noStrike" cap="none">
                <a:solidFill>
                  <a:srgbClr val="38BDF8"/>
                </a:solidFill>
                <a:latin typeface="Rajdhani"/>
                <a:ea typeface="Rajdhani"/>
                <a:cs typeface="Rajdhani"/>
                <a:sym typeface="Rajdhani"/>
              </a:rPr>
              <a:t>VLAN 10</a:t>
            </a:r>
            <a:endParaRPr/>
          </a:p>
        </p:txBody>
      </p:sp>
      <p:sp>
        <p:nvSpPr>
          <p:cNvPr id="207" name="Google Shape;207;p18"/>
          <p:cNvSpPr txBox="1"/>
          <p:nvPr/>
        </p:nvSpPr>
        <p:spPr>
          <a:xfrm>
            <a:off x="461367" y="2241867"/>
            <a:ext cx="2925300" cy="207749"/>
          </a:xfrm>
          <a:prstGeom prst="rect">
            <a:avLst/>
          </a:prstGeom>
          <a:noFill/>
          <a:ln>
            <a:noFill/>
          </a:ln>
        </p:spPr>
        <p:txBody>
          <a:bodyPr spcFirstLastPara="1" wrap="square" lIns="0" tIns="0" rIns="0" bIns="0" anchor="t" anchorCtr="0">
            <a:spAutoFit/>
          </a:bodyPr>
          <a:lstStyle/>
          <a:p>
            <a:pPr marL="0" marR="0" lvl="0" indent="0" algn="ctr">
              <a:spcBef>
                <a:spcPts val="0"/>
              </a:spcBef>
              <a:spcAft>
                <a:spcPts val="0"/>
              </a:spcAft>
              <a:buNone/>
            </a:pPr>
            <a:r>
              <a:rPr lang="en-US" sz="1350" b="1">
                <a:solidFill>
                  <a:srgbClr val="FFFFFF"/>
                </a:solidFill>
                <a:latin typeface="Space Grotesk"/>
                <a:cs typeface="Space Grotesk"/>
                <a:sym typeface="Space Grotesk"/>
              </a:rPr>
              <a:t>STAFF</a:t>
            </a:r>
            <a:endParaRPr lang="en-US"/>
          </a:p>
        </p:txBody>
      </p:sp>
      <p:sp>
        <p:nvSpPr>
          <p:cNvPr id="208" name="Google Shape;208;p18"/>
          <p:cNvSpPr txBox="1"/>
          <p:nvPr/>
        </p:nvSpPr>
        <p:spPr>
          <a:xfrm>
            <a:off x="531018" y="2537142"/>
            <a:ext cx="2786100" cy="184666"/>
          </a:xfrm>
          <a:prstGeom prst="rect">
            <a:avLst/>
          </a:prstGeom>
          <a:noFill/>
          <a:ln>
            <a:noFill/>
          </a:ln>
        </p:spPr>
        <p:txBody>
          <a:bodyPr spcFirstLastPara="1" wrap="square" lIns="0" tIns="0" rIns="0" bIns="0" anchor="t" anchorCtr="0">
            <a:spAutoFit/>
          </a:bodyPr>
          <a:lstStyle/>
          <a:p>
            <a:pPr algn="ctr"/>
            <a:r>
              <a:rPr lang="en-US" sz="1200">
                <a:solidFill>
                  <a:srgbClr val="CBD5E1"/>
                </a:solidFill>
                <a:latin typeface="Space Grotesk"/>
                <a:cs typeface="Space Grotesk"/>
                <a:sym typeface="Space Grotesk"/>
              </a:rPr>
              <a:t>Regular users</a:t>
            </a:r>
            <a:endParaRPr lang="en-US"/>
          </a:p>
        </p:txBody>
      </p:sp>
      <p:sp>
        <p:nvSpPr>
          <p:cNvPr id="209" name="Google Shape;209;p18"/>
          <p:cNvSpPr txBox="1"/>
          <p:nvPr/>
        </p:nvSpPr>
        <p:spPr>
          <a:xfrm>
            <a:off x="3312318" y="1822767"/>
            <a:ext cx="2786100" cy="3429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1" i="0" u="none" strike="noStrike" cap="none">
                <a:solidFill>
                  <a:srgbClr val="38BDF8"/>
                </a:solidFill>
                <a:latin typeface="Rajdhani"/>
                <a:ea typeface="Rajdhani"/>
                <a:cs typeface="Rajdhani"/>
                <a:sym typeface="Rajdhani"/>
              </a:rPr>
              <a:t>VLAN 20</a:t>
            </a:r>
            <a:endParaRPr/>
          </a:p>
        </p:txBody>
      </p:sp>
      <p:sp>
        <p:nvSpPr>
          <p:cNvPr id="210" name="Google Shape;210;p18"/>
          <p:cNvSpPr txBox="1"/>
          <p:nvPr/>
        </p:nvSpPr>
        <p:spPr>
          <a:xfrm>
            <a:off x="3242667" y="2241867"/>
            <a:ext cx="2925300" cy="207749"/>
          </a:xfrm>
          <a:prstGeom prst="rect">
            <a:avLst/>
          </a:prstGeom>
          <a:noFill/>
          <a:ln>
            <a:noFill/>
          </a:ln>
        </p:spPr>
        <p:txBody>
          <a:bodyPr spcFirstLastPara="1" wrap="square" lIns="0" tIns="0" rIns="0" bIns="0" anchor="t" anchorCtr="0">
            <a:spAutoFit/>
          </a:bodyPr>
          <a:lstStyle/>
          <a:p>
            <a:pPr marL="0" marR="0" lvl="0" indent="0" algn="ctr">
              <a:spcBef>
                <a:spcPts val="0"/>
              </a:spcBef>
              <a:spcAft>
                <a:spcPts val="0"/>
              </a:spcAft>
              <a:buNone/>
            </a:pPr>
            <a:r>
              <a:rPr lang="en-US" sz="1350" b="1">
                <a:solidFill>
                  <a:srgbClr val="FFFFFF"/>
                </a:solidFill>
                <a:latin typeface="Space Grotesk"/>
                <a:cs typeface="Space Grotesk"/>
                <a:sym typeface="Space Grotesk"/>
              </a:rPr>
              <a:t>INFRASTRUCTURE</a:t>
            </a:r>
            <a:endParaRPr lang="en-US"/>
          </a:p>
        </p:txBody>
      </p:sp>
      <p:sp>
        <p:nvSpPr>
          <p:cNvPr id="211" name="Google Shape;211;p18"/>
          <p:cNvSpPr txBox="1"/>
          <p:nvPr/>
        </p:nvSpPr>
        <p:spPr>
          <a:xfrm>
            <a:off x="3312318" y="2537142"/>
            <a:ext cx="2786100" cy="184666"/>
          </a:xfrm>
          <a:prstGeom prst="rect">
            <a:avLst/>
          </a:prstGeom>
          <a:noFill/>
          <a:ln>
            <a:noFill/>
          </a:ln>
        </p:spPr>
        <p:txBody>
          <a:bodyPr spcFirstLastPara="1" wrap="square" lIns="0" tIns="0" rIns="0" bIns="0" anchor="t" anchorCtr="0">
            <a:spAutoFit/>
          </a:bodyPr>
          <a:lstStyle/>
          <a:p>
            <a:pPr algn="ctr"/>
            <a:r>
              <a:rPr lang="en-US" sz="1200">
                <a:solidFill>
                  <a:srgbClr val="CBD5E1"/>
                </a:solidFill>
                <a:latin typeface="Space Grotesk"/>
                <a:cs typeface="Space Grotesk"/>
              </a:rPr>
              <a:t>Servers and Infrastructure</a:t>
            </a:r>
          </a:p>
        </p:txBody>
      </p:sp>
      <p:sp>
        <p:nvSpPr>
          <p:cNvPr id="212" name="Google Shape;212;p18"/>
          <p:cNvSpPr txBox="1"/>
          <p:nvPr/>
        </p:nvSpPr>
        <p:spPr>
          <a:xfrm>
            <a:off x="6093618" y="1822767"/>
            <a:ext cx="2786100" cy="3429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1" i="0" u="none" strike="noStrike" cap="none">
                <a:solidFill>
                  <a:srgbClr val="38BDF8"/>
                </a:solidFill>
                <a:latin typeface="Rajdhani"/>
                <a:ea typeface="Rajdhani"/>
                <a:cs typeface="Rajdhani"/>
                <a:sym typeface="Rajdhani"/>
              </a:rPr>
              <a:t>VLAN 30</a:t>
            </a:r>
            <a:endParaRPr/>
          </a:p>
        </p:txBody>
      </p:sp>
      <p:sp>
        <p:nvSpPr>
          <p:cNvPr id="213" name="Google Shape;213;p18"/>
          <p:cNvSpPr txBox="1"/>
          <p:nvPr/>
        </p:nvSpPr>
        <p:spPr>
          <a:xfrm>
            <a:off x="6023967" y="2241867"/>
            <a:ext cx="2925300" cy="207749"/>
          </a:xfrm>
          <a:prstGeom prst="rect">
            <a:avLst/>
          </a:prstGeom>
          <a:noFill/>
          <a:ln>
            <a:noFill/>
          </a:ln>
        </p:spPr>
        <p:txBody>
          <a:bodyPr spcFirstLastPara="1" wrap="square" lIns="0" tIns="0" rIns="0" bIns="0" anchor="t" anchorCtr="0">
            <a:spAutoFit/>
          </a:bodyPr>
          <a:lstStyle/>
          <a:p>
            <a:pPr marL="0" marR="0" lvl="0" indent="0" algn="ctr">
              <a:spcBef>
                <a:spcPts val="0"/>
              </a:spcBef>
              <a:spcAft>
                <a:spcPts val="0"/>
              </a:spcAft>
              <a:buNone/>
            </a:pPr>
            <a:r>
              <a:rPr lang="en-US" sz="1350" b="1">
                <a:solidFill>
                  <a:srgbClr val="FFFFFF"/>
                </a:solidFill>
                <a:latin typeface="Space Grotesk"/>
                <a:cs typeface="Space Grotesk"/>
                <a:sym typeface="Space Grotesk"/>
              </a:rPr>
              <a:t>GUESTS</a:t>
            </a:r>
            <a:endParaRPr lang="en-US"/>
          </a:p>
        </p:txBody>
      </p:sp>
      <p:sp>
        <p:nvSpPr>
          <p:cNvPr id="214" name="Google Shape;214;p18"/>
          <p:cNvSpPr txBox="1"/>
          <p:nvPr/>
        </p:nvSpPr>
        <p:spPr>
          <a:xfrm>
            <a:off x="6093618" y="2537142"/>
            <a:ext cx="2786100" cy="184666"/>
          </a:xfrm>
          <a:prstGeom prst="rect">
            <a:avLst/>
          </a:prstGeom>
          <a:noFill/>
          <a:ln>
            <a:noFill/>
          </a:ln>
        </p:spPr>
        <p:txBody>
          <a:bodyPr spcFirstLastPara="1" wrap="square" lIns="0" tIns="0" rIns="0" bIns="0" anchor="t" anchorCtr="0">
            <a:spAutoFit/>
          </a:bodyPr>
          <a:lstStyle/>
          <a:p>
            <a:pPr algn="ctr"/>
            <a:r>
              <a:rPr lang="en-US" sz="1200">
                <a:solidFill>
                  <a:srgbClr val="CBD5E1"/>
                </a:solidFill>
                <a:latin typeface="Space Grotesk"/>
                <a:cs typeface="Space Grotesk"/>
                <a:sym typeface="Space Grotesk"/>
              </a:rPr>
              <a:t>Guest Network</a:t>
            </a:r>
            <a:endParaRPr lang="en-US"/>
          </a:p>
        </p:txBody>
      </p:sp>
      <p:sp>
        <p:nvSpPr>
          <p:cNvPr id="215" name="Google Shape;215;p18"/>
          <p:cNvSpPr txBox="1"/>
          <p:nvPr/>
        </p:nvSpPr>
        <p:spPr>
          <a:xfrm>
            <a:off x="8874918" y="1822767"/>
            <a:ext cx="2786100" cy="3429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1" i="0" u="none" strike="noStrike" cap="none">
                <a:solidFill>
                  <a:srgbClr val="38BDF8"/>
                </a:solidFill>
                <a:latin typeface="Rajdhani"/>
                <a:ea typeface="Rajdhani"/>
                <a:cs typeface="Rajdhani"/>
                <a:sym typeface="Rajdhani"/>
              </a:rPr>
              <a:t>VLAN 40</a:t>
            </a:r>
            <a:endParaRPr/>
          </a:p>
        </p:txBody>
      </p:sp>
      <p:sp>
        <p:nvSpPr>
          <p:cNvPr id="216" name="Google Shape;216;p18"/>
          <p:cNvSpPr txBox="1"/>
          <p:nvPr/>
        </p:nvSpPr>
        <p:spPr>
          <a:xfrm>
            <a:off x="8805267" y="2241867"/>
            <a:ext cx="2925300" cy="207749"/>
          </a:xfrm>
          <a:prstGeom prst="rect">
            <a:avLst/>
          </a:prstGeom>
          <a:noFill/>
          <a:ln>
            <a:noFill/>
          </a:ln>
        </p:spPr>
        <p:txBody>
          <a:bodyPr spcFirstLastPara="1" wrap="square" lIns="0" tIns="0" rIns="0" bIns="0" anchor="t" anchorCtr="0">
            <a:spAutoFit/>
          </a:bodyPr>
          <a:lstStyle/>
          <a:p>
            <a:pPr marL="0" marR="0" lvl="0" indent="0" algn="ctr">
              <a:spcBef>
                <a:spcPts val="0"/>
              </a:spcBef>
              <a:spcAft>
                <a:spcPts val="0"/>
              </a:spcAft>
              <a:buNone/>
            </a:pPr>
            <a:r>
              <a:rPr lang="en-US" sz="1350" b="1">
                <a:solidFill>
                  <a:srgbClr val="FFFFFF"/>
                </a:solidFill>
                <a:latin typeface="Space Grotesk"/>
                <a:cs typeface="Space Grotesk"/>
                <a:sym typeface="Space Grotesk"/>
              </a:rPr>
              <a:t>RESTRICTED</a:t>
            </a:r>
            <a:endParaRPr lang="en-US"/>
          </a:p>
        </p:txBody>
      </p:sp>
      <p:sp>
        <p:nvSpPr>
          <p:cNvPr id="217" name="Google Shape;217;p18"/>
          <p:cNvSpPr txBox="1"/>
          <p:nvPr/>
        </p:nvSpPr>
        <p:spPr>
          <a:xfrm>
            <a:off x="8874918" y="2537142"/>
            <a:ext cx="2786100" cy="184666"/>
          </a:xfrm>
          <a:prstGeom prst="rect">
            <a:avLst/>
          </a:prstGeom>
          <a:noFill/>
          <a:ln>
            <a:noFill/>
          </a:ln>
        </p:spPr>
        <p:txBody>
          <a:bodyPr spcFirstLastPara="1" wrap="square" lIns="0" tIns="0" rIns="0" bIns="0" anchor="t" anchorCtr="0">
            <a:spAutoFit/>
          </a:bodyPr>
          <a:lstStyle/>
          <a:p>
            <a:pPr algn="ctr"/>
            <a:r>
              <a:rPr lang="en-US" sz="1200">
                <a:solidFill>
                  <a:srgbClr val="CBD5E1"/>
                </a:solidFill>
                <a:latin typeface="Space Grotesk"/>
                <a:cs typeface="Space Grotesk"/>
                <a:sym typeface="Space Grotesk"/>
              </a:rPr>
              <a:t>For failed logins</a:t>
            </a:r>
            <a:endParaRPr lang="en-US"/>
          </a:p>
        </p:txBody>
      </p:sp>
      <p:sp>
        <p:nvSpPr>
          <p:cNvPr id="218" name="Google Shape;218;p18"/>
          <p:cNvSpPr txBox="1"/>
          <p:nvPr/>
        </p:nvSpPr>
        <p:spPr>
          <a:xfrm>
            <a:off x="942975" y="457200"/>
            <a:ext cx="3524250" cy="2000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a:solidFill>
                  <a:srgbClr val="FFFFFF"/>
                </a:solidFill>
                <a:latin typeface="Rajdhani"/>
                <a:ea typeface="Rajdhani"/>
                <a:cs typeface="Rajdhani"/>
                <a:sym typeface="Rajdhani"/>
              </a:rPr>
              <a:t>CYBERDYNE SYSTEMS CORPORATION</a:t>
            </a:r>
            <a:endParaRPr/>
          </a:p>
        </p:txBody>
      </p:sp>
      <p:sp>
        <p:nvSpPr>
          <p:cNvPr id="219" name="Google Shape;219;p18"/>
          <p:cNvSpPr txBox="1"/>
          <p:nvPr/>
        </p:nvSpPr>
        <p:spPr>
          <a:xfrm>
            <a:off x="942975" y="657225"/>
            <a:ext cx="3524250" cy="171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64748B"/>
                </a:solidFill>
                <a:latin typeface="Space Grotesk"/>
                <a:ea typeface="Space Grotesk"/>
                <a:cs typeface="Space Grotesk"/>
                <a:sym typeface="Space Grotesk"/>
              </a:rPr>
              <a:t>SECTION 05 // SEGMENTATION</a:t>
            </a:r>
            <a:endParaRPr/>
          </a:p>
        </p:txBody>
      </p:sp>
      <p:sp>
        <p:nvSpPr>
          <p:cNvPr id="2" name="Google Shape;194;p18">
            <a:extLst>
              <a:ext uri="{FF2B5EF4-FFF2-40B4-BE49-F238E27FC236}">
                <a16:creationId xmlns:a16="http://schemas.microsoft.com/office/drawing/2014/main" id="{D1D9B77D-FBFF-EBAA-BF09-D206273E4251}"/>
              </a:ext>
            </a:extLst>
          </p:cNvPr>
          <p:cNvSpPr/>
          <p:nvPr/>
        </p:nvSpPr>
        <p:spPr>
          <a:xfrm>
            <a:off x="609599" y="3075621"/>
            <a:ext cx="2628900" cy="1108000"/>
          </a:xfrm>
          <a:prstGeom prst="roundRect">
            <a:avLst>
              <a:gd name="adj" fmla="val 6289"/>
            </a:avLst>
          </a:prstGeom>
          <a:solidFill>
            <a:srgbClr val="0F172A"/>
          </a:solidFill>
          <a:ln w="9525" cap="flat" cmpd="sng">
            <a:solidFill>
              <a:srgbClr val="1E29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 name="Google Shape;195;p18">
            <a:extLst>
              <a:ext uri="{FF2B5EF4-FFF2-40B4-BE49-F238E27FC236}">
                <a16:creationId xmlns:a16="http://schemas.microsoft.com/office/drawing/2014/main" id="{3FBD06DE-0DB0-D3CF-FD8C-DF029A728D80}"/>
              </a:ext>
            </a:extLst>
          </p:cNvPr>
          <p:cNvSpPr/>
          <p:nvPr/>
        </p:nvSpPr>
        <p:spPr>
          <a:xfrm>
            <a:off x="3370580" y="3075621"/>
            <a:ext cx="2649220" cy="1108000"/>
          </a:xfrm>
          <a:prstGeom prst="roundRect">
            <a:avLst>
              <a:gd name="adj" fmla="val 6289"/>
            </a:avLst>
          </a:prstGeom>
          <a:solidFill>
            <a:srgbClr val="0F172A"/>
          </a:solidFill>
          <a:ln w="9525" cap="flat" cmpd="sng">
            <a:solidFill>
              <a:srgbClr val="1E29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 name="Google Shape;196;p18">
            <a:extLst>
              <a:ext uri="{FF2B5EF4-FFF2-40B4-BE49-F238E27FC236}">
                <a16:creationId xmlns:a16="http://schemas.microsoft.com/office/drawing/2014/main" id="{08439DC1-CD30-E0DC-2450-B20A4D3EF56D}"/>
              </a:ext>
            </a:extLst>
          </p:cNvPr>
          <p:cNvSpPr/>
          <p:nvPr/>
        </p:nvSpPr>
        <p:spPr>
          <a:xfrm>
            <a:off x="6151880" y="3075621"/>
            <a:ext cx="2639060" cy="1108000"/>
          </a:xfrm>
          <a:prstGeom prst="roundRect">
            <a:avLst>
              <a:gd name="adj" fmla="val 6289"/>
            </a:avLst>
          </a:prstGeom>
          <a:solidFill>
            <a:srgbClr val="0F172A"/>
          </a:solidFill>
          <a:ln w="9525" cap="flat" cmpd="sng">
            <a:solidFill>
              <a:srgbClr val="1E29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 name="Google Shape;197;p18">
            <a:extLst>
              <a:ext uri="{FF2B5EF4-FFF2-40B4-BE49-F238E27FC236}">
                <a16:creationId xmlns:a16="http://schemas.microsoft.com/office/drawing/2014/main" id="{E433B246-7868-0AE3-B5AB-C59F5FD86A6D}"/>
              </a:ext>
            </a:extLst>
          </p:cNvPr>
          <p:cNvSpPr/>
          <p:nvPr/>
        </p:nvSpPr>
        <p:spPr>
          <a:xfrm>
            <a:off x="8933179" y="3075621"/>
            <a:ext cx="2649220" cy="1108000"/>
          </a:xfrm>
          <a:prstGeom prst="roundRect">
            <a:avLst>
              <a:gd name="adj" fmla="val 6289"/>
            </a:avLst>
          </a:prstGeom>
          <a:solidFill>
            <a:srgbClr val="0F172A"/>
          </a:solidFill>
          <a:ln w="9525" cap="flat" cmpd="sng">
            <a:solidFill>
              <a:srgbClr val="1E29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 name="Google Shape;206;p18">
            <a:extLst>
              <a:ext uri="{FF2B5EF4-FFF2-40B4-BE49-F238E27FC236}">
                <a16:creationId xmlns:a16="http://schemas.microsoft.com/office/drawing/2014/main" id="{98E8F310-2701-E54C-0851-BB7FE2E25B47}"/>
              </a:ext>
            </a:extLst>
          </p:cNvPr>
          <p:cNvSpPr txBox="1"/>
          <p:nvPr/>
        </p:nvSpPr>
        <p:spPr>
          <a:xfrm>
            <a:off x="510697" y="3072446"/>
            <a:ext cx="2786100" cy="32316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1" i="0" u="none" strike="noStrike" cap="none">
                <a:solidFill>
                  <a:srgbClr val="38BDF8"/>
                </a:solidFill>
                <a:latin typeface="Rajdhani"/>
                <a:ea typeface="Rajdhani"/>
                <a:cs typeface="Rajdhani"/>
                <a:sym typeface="Rajdhani"/>
              </a:rPr>
              <a:t>VLAN </a:t>
            </a:r>
            <a:r>
              <a:rPr lang="en-US" sz="2100" b="1">
                <a:solidFill>
                  <a:srgbClr val="38BDF8"/>
                </a:solidFill>
                <a:latin typeface="Rajdhani"/>
                <a:ea typeface="Rajdhani"/>
                <a:cs typeface="Rajdhani"/>
                <a:sym typeface="Rajdhani"/>
              </a:rPr>
              <a:t>50</a:t>
            </a:r>
            <a:endParaRPr/>
          </a:p>
        </p:txBody>
      </p:sp>
      <p:sp>
        <p:nvSpPr>
          <p:cNvPr id="7" name="Google Shape;207;p18">
            <a:extLst>
              <a:ext uri="{FF2B5EF4-FFF2-40B4-BE49-F238E27FC236}">
                <a16:creationId xmlns:a16="http://schemas.microsoft.com/office/drawing/2014/main" id="{2CB92846-858F-6C4E-3E0C-CA8E0D62F5C2}"/>
              </a:ext>
            </a:extLst>
          </p:cNvPr>
          <p:cNvSpPr txBox="1"/>
          <p:nvPr/>
        </p:nvSpPr>
        <p:spPr>
          <a:xfrm>
            <a:off x="441047" y="3491546"/>
            <a:ext cx="2925300" cy="207749"/>
          </a:xfrm>
          <a:prstGeom prst="rect">
            <a:avLst/>
          </a:prstGeom>
          <a:noFill/>
          <a:ln>
            <a:noFill/>
          </a:ln>
        </p:spPr>
        <p:txBody>
          <a:bodyPr spcFirstLastPara="1" wrap="square" lIns="0" tIns="0" rIns="0" bIns="0" anchor="t" anchorCtr="0">
            <a:spAutoFit/>
          </a:bodyPr>
          <a:lstStyle/>
          <a:p>
            <a:pPr marL="0" marR="0" lvl="0" indent="0" algn="ctr">
              <a:spcBef>
                <a:spcPts val="0"/>
              </a:spcBef>
              <a:spcAft>
                <a:spcPts val="0"/>
              </a:spcAft>
              <a:buNone/>
            </a:pPr>
            <a:r>
              <a:rPr lang="en-US" sz="1350" b="1">
                <a:solidFill>
                  <a:srgbClr val="FFFFFF"/>
                </a:solidFill>
                <a:latin typeface="Space Grotesk"/>
                <a:cs typeface="Space Grotesk"/>
                <a:sym typeface="Space Grotesk"/>
              </a:rPr>
              <a:t>DEVICES</a:t>
            </a:r>
            <a:endParaRPr lang="en-US"/>
          </a:p>
        </p:txBody>
      </p:sp>
      <p:sp>
        <p:nvSpPr>
          <p:cNvPr id="8" name="Google Shape;208;p18">
            <a:extLst>
              <a:ext uri="{FF2B5EF4-FFF2-40B4-BE49-F238E27FC236}">
                <a16:creationId xmlns:a16="http://schemas.microsoft.com/office/drawing/2014/main" id="{955DB3A9-890F-68F7-FCC6-44F5FC28CCC0}"/>
              </a:ext>
            </a:extLst>
          </p:cNvPr>
          <p:cNvSpPr txBox="1"/>
          <p:nvPr/>
        </p:nvSpPr>
        <p:spPr>
          <a:xfrm>
            <a:off x="510697" y="3786821"/>
            <a:ext cx="2786100" cy="184666"/>
          </a:xfrm>
          <a:prstGeom prst="rect">
            <a:avLst/>
          </a:prstGeom>
          <a:noFill/>
          <a:ln>
            <a:noFill/>
          </a:ln>
        </p:spPr>
        <p:txBody>
          <a:bodyPr spcFirstLastPara="1" wrap="square" lIns="0" tIns="0" rIns="0" bIns="0" anchor="t" anchorCtr="0">
            <a:spAutoFit/>
          </a:bodyPr>
          <a:lstStyle/>
          <a:p>
            <a:pPr algn="ctr"/>
            <a:r>
              <a:rPr lang="en-US" sz="1200">
                <a:solidFill>
                  <a:srgbClr val="CBD5E1"/>
                </a:solidFill>
                <a:latin typeface="Space Grotesk"/>
                <a:cs typeface="Space Grotesk"/>
                <a:sym typeface="Space Grotesk"/>
              </a:rPr>
              <a:t>Printers and IoT Devices</a:t>
            </a:r>
            <a:endParaRPr lang="en-US"/>
          </a:p>
        </p:txBody>
      </p:sp>
      <p:sp>
        <p:nvSpPr>
          <p:cNvPr id="9" name="Google Shape;209;p18">
            <a:extLst>
              <a:ext uri="{FF2B5EF4-FFF2-40B4-BE49-F238E27FC236}">
                <a16:creationId xmlns:a16="http://schemas.microsoft.com/office/drawing/2014/main" id="{88AC019C-D0BB-7B73-640D-00903CD277EB}"/>
              </a:ext>
            </a:extLst>
          </p:cNvPr>
          <p:cNvSpPr txBox="1"/>
          <p:nvPr/>
        </p:nvSpPr>
        <p:spPr>
          <a:xfrm>
            <a:off x="3291997" y="3072446"/>
            <a:ext cx="2786100" cy="32316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1" i="0" u="none" strike="noStrike" cap="none">
                <a:solidFill>
                  <a:srgbClr val="38BDF8"/>
                </a:solidFill>
                <a:latin typeface="Rajdhani"/>
                <a:ea typeface="Rajdhani"/>
                <a:cs typeface="Rajdhani"/>
                <a:sym typeface="Rajdhani"/>
              </a:rPr>
              <a:t>VLAN </a:t>
            </a:r>
            <a:r>
              <a:rPr lang="en-US" sz="2100" b="1">
                <a:solidFill>
                  <a:srgbClr val="38BDF8"/>
                </a:solidFill>
                <a:latin typeface="Rajdhani"/>
                <a:ea typeface="Rajdhani"/>
                <a:cs typeface="Rajdhani"/>
                <a:sym typeface="Rajdhani"/>
              </a:rPr>
              <a:t>60</a:t>
            </a:r>
            <a:endParaRPr/>
          </a:p>
        </p:txBody>
      </p:sp>
      <p:sp>
        <p:nvSpPr>
          <p:cNvPr id="10" name="Google Shape;210;p18">
            <a:extLst>
              <a:ext uri="{FF2B5EF4-FFF2-40B4-BE49-F238E27FC236}">
                <a16:creationId xmlns:a16="http://schemas.microsoft.com/office/drawing/2014/main" id="{75041BDB-C68C-80E5-D768-B919CF30B6A7}"/>
              </a:ext>
            </a:extLst>
          </p:cNvPr>
          <p:cNvSpPr txBox="1"/>
          <p:nvPr/>
        </p:nvSpPr>
        <p:spPr>
          <a:xfrm>
            <a:off x="3222347" y="3491546"/>
            <a:ext cx="2925300" cy="207749"/>
          </a:xfrm>
          <a:prstGeom prst="rect">
            <a:avLst/>
          </a:prstGeom>
          <a:noFill/>
          <a:ln>
            <a:noFill/>
          </a:ln>
        </p:spPr>
        <p:txBody>
          <a:bodyPr spcFirstLastPara="1" wrap="square" lIns="0" tIns="0" rIns="0" bIns="0" anchor="t" anchorCtr="0">
            <a:spAutoFit/>
          </a:bodyPr>
          <a:lstStyle/>
          <a:p>
            <a:pPr algn="ctr"/>
            <a:r>
              <a:rPr lang="en-US" sz="1350" b="1">
                <a:solidFill>
                  <a:srgbClr val="FFFFFF"/>
                </a:solidFill>
                <a:latin typeface="Space Grotesk"/>
                <a:cs typeface="Space Grotesk"/>
                <a:sym typeface="Space Grotesk"/>
              </a:rPr>
              <a:t>IT ADMIN</a:t>
            </a:r>
            <a:endParaRPr lang="en-US"/>
          </a:p>
        </p:txBody>
      </p:sp>
      <p:sp>
        <p:nvSpPr>
          <p:cNvPr id="11" name="Google Shape;211;p18">
            <a:extLst>
              <a:ext uri="{FF2B5EF4-FFF2-40B4-BE49-F238E27FC236}">
                <a16:creationId xmlns:a16="http://schemas.microsoft.com/office/drawing/2014/main" id="{C6A81E68-CB66-DC4D-DC53-C53F39E65887}"/>
              </a:ext>
            </a:extLst>
          </p:cNvPr>
          <p:cNvSpPr txBox="1"/>
          <p:nvPr/>
        </p:nvSpPr>
        <p:spPr>
          <a:xfrm>
            <a:off x="3291997" y="3786821"/>
            <a:ext cx="2786100" cy="184666"/>
          </a:xfrm>
          <a:prstGeom prst="rect">
            <a:avLst/>
          </a:prstGeom>
          <a:noFill/>
          <a:ln>
            <a:noFill/>
          </a:ln>
        </p:spPr>
        <p:txBody>
          <a:bodyPr spcFirstLastPara="1" wrap="square" lIns="0" tIns="0" rIns="0" bIns="0" anchor="t" anchorCtr="0">
            <a:spAutoFit/>
          </a:bodyPr>
          <a:lstStyle/>
          <a:p>
            <a:pPr algn="ctr"/>
            <a:r>
              <a:rPr lang="en-US" sz="1200">
                <a:solidFill>
                  <a:srgbClr val="CBD5E1"/>
                </a:solidFill>
                <a:latin typeface="Space Grotesk"/>
                <a:cs typeface="Space Grotesk"/>
                <a:sym typeface="Space Grotesk"/>
              </a:rPr>
              <a:t>System and Infrastructure Admins</a:t>
            </a:r>
            <a:endParaRPr lang="en-US"/>
          </a:p>
        </p:txBody>
      </p:sp>
      <p:sp>
        <p:nvSpPr>
          <p:cNvPr id="12" name="Google Shape;212;p18">
            <a:extLst>
              <a:ext uri="{FF2B5EF4-FFF2-40B4-BE49-F238E27FC236}">
                <a16:creationId xmlns:a16="http://schemas.microsoft.com/office/drawing/2014/main" id="{2BDC591D-196B-B7F4-1ABD-4D476E748E28}"/>
              </a:ext>
            </a:extLst>
          </p:cNvPr>
          <p:cNvSpPr txBox="1"/>
          <p:nvPr/>
        </p:nvSpPr>
        <p:spPr>
          <a:xfrm>
            <a:off x="6073297" y="3072446"/>
            <a:ext cx="2786100" cy="32316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1" i="0" u="none" strike="noStrike" cap="none">
                <a:solidFill>
                  <a:srgbClr val="38BDF8"/>
                </a:solidFill>
                <a:latin typeface="Rajdhani"/>
                <a:ea typeface="Rajdhani"/>
                <a:cs typeface="Rajdhani"/>
                <a:sym typeface="Rajdhani"/>
              </a:rPr>
              <a:t>VLAN </a:t>
            </a:r>
            <a:r>
              <a:rPr lang="en-US" sz="2100" b="1">
                <a:solidFill>
                  <a:srgbClr val="38BDF8"/>
                </a:solidFill>
                <a:latin typeface="Rajdhani"/>
                <a:ea typeface="Rajdhani"/>
                <a:cs typeface="Rajdhani"/>
                <a:sym typeface="Rajdhani"/>
              </a:rPr>
              <a:t>70</a:t>
            </a:r>
            <a:endParaRPr/>
          </a:p>
        </p:txBody>
      </p:sp>
      <p:sp>
        <p:nvSpPr>
          <p:cNvPr id="13" name="Google Shape;213;p18">
            <a:extLst>
              <a:ext uri="{FF2B5EF4-FFF2-40B4-BE49-F238E27FC236}">
                <a16:creationId xmlns:a16="http://schemas.microsoft.com/office/drawing/2014/main" id="{55CF3A76-A5AD-392E-AC6D-BDA8D23E3113}"/>
              </a:ext>
            </a:extLst>
          </p:cNvPr>
          <p:cNvSpPr txBox="1"/>
          <p:nvPr/>
        </p:nvSpPr>
        <p:spPr>
          <a:xfrm>
            <a:off x="6003647" y="3491546"/>
            <a:ext cx="2925300" cy="207749"/>
          </a:xfrm>
          <a:prstGeom prst="rect">
            <a:avLst/>
          </a:prstGeom>
          <a:noFill/>
          <a:ln>
            <a:noFill/>
          </a:ln>
        </p:spPr>
        <p:txBody>
          <a:bodyPr spcFirstLastPara="1" wrap="square" lIns="0" tIns="0" rIns="0" bIns="0" anchor="t" anchorCtr="0">
            <a:spAutoFit/>
          </a:bodyPr>
          <a:lstStyle/>
          <a:p>
            <a:pPr marL="0" marR="0" lvl="0" indent="0" algn="ctr">
              <a:spcBef>
                <a:spcPts val="0"/>
              </a:spcBef>
              <a:spcAft>
                <a:spcPts val="0"/>
              </a:spcAft>
              <a:buNone/>
            </a:pPr>
            <a:r>
              <a:rPr lang="en-US" sz="1350" b="1">
                <a:solidFill>
                  <a:srgbClr val="FFFFFF"/>
                </a:solidFill>
                <a:latin typeface="Space Grotesk"/>
                <a:cs typeface="Space Grotesk"/>
                <a:sym typeface="Space Grotesk"/>
              </a:rPr>
              <a:t>EXECUTIVE</a:t>
            </a:r>
            <a:endParaRPr lang="en-US"/>
          </a:p>
        </p:txBody>
      </p:sp>
      <p:sp>
        <p:nvSpPr>
          <p:cNvPr id="14" name="Google Shape;214;p18">
            <a:extLst>
              <a:ext uri="{FF2B5EF4-FFF2-40B4-BE49-F238E27FC236}">
                <a16:creationId xmlns:a16="http://schemas.microsoft.com/office/drawing/2014/main" id="{C70650C5-ADBF-8AD9-022F-3B13DE86D6EA}"/>
              </a:ext>
            </a:extLst>
          </p:cNvPr>
          <p:cNvSpPr txBox="1"/>
          <p:nvPr/>
        </p:nvSpPr>
        <p:spPr>
          <a:xfrm>
            <a:off x="6073297" y="3786821"/>
            <a:ext cx="2786100" cy="184666"/>
          </a:xfrm>
          <a:prstGeom prst="rect">
            <a:avLst/>
          </a:prstGeom>
          <a:noFill/>
          <a:ln>
            <a:noFill/>
          </a:ln>
        </p:spPr>
        <p:txBody>
          <a:bodyPr spcFirstLastPara="1" wrap="square" lIns="0" tIns="0" rIns="0" bIns="0" anchor="t" anchorCtr="0">
            <a:spAutoFit/>
          </a:bodyPr>
          <a:lstStyle/>
          <a:p>
            <a:pPr algn="ctr"/>
            <a:r>
              <a:rPr lang="en-US" sz="1200">
                <a:solidFill>
                  <a:srgbClr val="CBD5E1"/>
                </a:solidFill>
                <a:latin typeface="Space Grotesk"/>
                <a:cs typeface="Space Grotesk"/>
                <a:sym typeface="Space Grotesk"/>
              </a:rPr>
              <a:t>Executive Management</a:t>
            </a:r>
            <a:endParaRPr lang="en-US"/>
          </a:p>
        </p:txBody>
      </p:sp>
      <p:sp>
        <p:nvSpPr>
          <p:cNvPr id="15" name="Google Shape;215;p18">
            <a:extLst>
              <a:ext uri="{FF2B5EF4-FFF2-40B4-BE49-F238E27FC236}">
                <a16:creationId xmlns:a16="http://schemas.microsoft.com/office/drawing/2014/main" id="{B231F365-5C76-AEAC-07D9-310A8B786A1C}"/>
              </a:ext>
            </a:extLst>
          </p:cNvPr>
          <p:cNvSpPr txBox="1"/>
          <p:nvPr/>
        </p:nvSpPr>
        <p:spPr>
          <a:xfrm>
            <a:off x="8854597" y="3072446"/>
            <a:ext cx="2786100" cy="32316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1" i="0" u="none" strike="noStrike" cap="none">
                <a:solidFill>
                  <a:srgbClr val="38BDF8"/>
                </a:solidFill>
                <a:latin typeface="Rajdhani"/>
                <a:ea typeface="Rajdhani"/>
                <a:cs typeface="Rajdhani"/>
                <a:sym typeface="Rajdhani"/>
              </a:rPr>
              <a:t>VLAN </a:t>
            </a:r>
            <a:r>
              <a:rPr lang="en-US" sz="2100" b="1">
                <a:solidFill>
                  <a:srgbClr val="38BDF8"/>
                </a:solidFill>
                <a:latin typeface="Rajdhani"/>
                <a:ea typeface="Rajdhani"/>
                <a:cs typeface="Rajdhani"/>
                <a:sym typeface="Rajdhani"/>
              </a:rPr>
              <a:t>99</a:t>
            </a:r>
            <a:endParaRPr/>
          </a:p>
        </p:txBody>
      </p:sp>
      <p:sp>
        <p:nvSpPr>
          <p:cNvPr id="16" name="Google Shape;216;p18">
            <a:extLst>
              <a:ext uri="{FF2B5EF4-FFF2-40B4-BE49-F238E27FC236}">
                <a16:creationId xmlns:a16="http://schemas.microsoft.com/office/drawing/2014/main" id="{03AD5B16-FDD1-3C74-4317-AF3C95CC75B2}"/>
              </a:ext>
            </a:extLst>
          </p:cNvPr>
          <p:cNvSpPr txBox="1"/>
          <p:nvPr/>
        </p:nvSpPr>
        <p:spPr>
          <a:xfrm>
            <a:off x="8784947" y="3491546"/>
            <a:ext cx="2925300" cy="207749"/>
          </a:xfrm>
          <a:prstGeom prst="rect">
            <a:avLst/>
          </a:prstGeom>
          <a:noFill/>
          <a:ln>
            <a:noFill/>
          </a:ln>
        </p:spPr>
        <p:txBody>
          <a:bodyPr spcFirstLastPara="1" wrap="square" lIns="0" tIns="0" rIns="0" bIns="0" anchor="t" anchorCtr="0">
            <a:spAutoFit/>
          </a:bodyPr>
          <a:lstStyle/>
          <a:p>
            <a:pPr marL="0" marR="0" lvl="0" indent="0" algn="ctr">
              <a:spcBef>
                <a:spcPts val="0"/>
              </a:spcBef>
              <a:spcAft>
                <a:spcPts val="0"/>
              </a:spcAft>
              <a:buNone/>
            </a:pPr>
            <a:r>
              <a:rPr lang="en-US" sz="1350" b="1">
                <a:solidFill>
                  <a:srgbClr val="FFFFFF"/>
                </a:solidFill>
                <a:latin typeface="Space Grotesk"/>
                <a:cs typeface="Space Grotesk"/>
                <a:sym typeface="Space Grotesk"/>
              </a:rPr>
              <a:t>MANAGEMENT</a:t>
            </a:r>
            <a:endParaRPr lang="en-US"/>
          </a:p>
        </p:txBody>
      </p:sp>
      <p:sp>
        <p:nvSpPr>
          <p:cNvPr id="17" name="Google Shape;217;p18">
            <a:extLst>
              <a:ext uri="{FF2B5EF4-FFF2-40B4-BE49-F238E27FC236}">
                <a16:creationId xmlns:a16="http://schemas.microsoft.com/office/drawing/2014/main" id="{F020EC4A-322B-C87E-AB45-4C3903637E81}"/>
              </a:ext>
            </a:extLst>
          </p:cNvPr>
          <p:cNvSpPr txBox="1"/>
          <p:nvPr/>
        </p:nvSpPr>
        <p:spPr>
          <a:xfrm>
            <a:off x="8854597" y="3786821"/>
            <a:ext cx="2786100" cy="184666"/>
          </a:xfrm>
          <a:prstGeom prst="rect">
            <a:avLst/>
          </a:prstGeom>
          <a:noFill/>
          <a:ln>
            <a:noFill/>
          </a:ln>
        </p:spPr>
        <p:txBody>
          <a:bodyPr spcFirstLastPara="1" wrap="square" lIns="0" tIns="0" rIns="0" bIns="0" anchor="t" anchorCtr="0">
            <a:spAutoFit/>
          </a:bodyPr>
          <a:lstStyle/>
          <a:p>
            <a:pPr algn="ctr"/>
            <a:r>
              <a:rPr lang="en-US" sz="1200">
                <a:solidFill>
                  <a:srgbClr val="CBD5E1"/>
                </a:solidFill>
                <a:latin typeface="Space Grotesk"/>
                <a:cs typeface="Space Grotesk"/>
                <a:sym typeface="Space Grotesk"/>
              </a:rPr>
              <a:t>For Remote Device Management</a:t>
            </a:r>
            <a:endParaRPr lang="en-US"/>
          </a:p>
        </p:txBody>
      </p:sp>
      <p:sp>
        <p:nvSpPr>
          <p:cNvPr id="18" name="Google Shape;194;p18">
            <a:extLst>
              <a:ext uri="{FF2B5EF4-FFF2-40B4-BE49-F238E27FC236}">
                <a16:creationId xmlns:a16="http://schemas.microsoft.com/office/drawing/2014/main" id="{9B9A53CF-41EC-7B43-1033-7DF4AAB26F9E}"/>
              </a:ext>
            </a:extLst>
          </p:cNvPr>
          <p:cNvSpPr/>
          <p:nvPr/>
        </p:nvSpPr>
        <p:spPr>
          <a:xfrm>
            <a:off x="629918" y="4304980"/>
            <a:ext cx="2628900" cy="1108000"/>
          </a:xfrm>
          <a:prstGeom prst="roundRect">
            <a:avLst>
              <a:gd name="adj" fmla="val 6289"/>
            </a:avLst>
          </a:prstGeom>
          <a:solidFill>
            <a:srgbClr val="0F172A"/>
          </a:solidFill>
          <a:ln w="9525" cap="flat" cmpd="sng">
            <a:solidFill>
              <a:srgbClr val="1E29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9" name="Google Shape;195;p18">
            <a:extLst>
              <a:ext uri="{FF2B5EF4-FFF2-40B4-BE49-F238E27FC236}">
                <a16:creationId xmlns:a16="http://schemas.microsoft.com/office/drawing/2014/main" id="{DF41120B-A0BE-3F5B-4ADE-CE5ED17C7613}"/>
              </a:ext>
            </a:extLst>
          </p:cNvPr>
          <p:cNvSpPr/>
          <p:nvPr/>
        </p:nvSpPr>
        <p:spPr>
          <a:xfrm>
            <a:off x="3390899" y="4304980"/>
            <a:ext cx="2649220" cy="1108000"/>
          </a:xfrm>
          <a:prstGeom prst="roundRect">
            <a:avLst>
              <a:gd name="adj" fmla="val 6289"/>
            </a:avLst>
          </a:prstGeom>
          <a:solidFill>
            <a:srgbClr val="0F172A"/>
          </a:solidFill>
          <a:ln w="9525" cap="flat" cmpd="sng">
            <a:solidFill>
              <a:srgbClr val="1E29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0" name="Google Shape;206;p18">
            <a:extLst>
              <a:ext uri="{FF2B5EF4-FFF2-40B4-BE49-F238E27FC236}">
                <a16:creationId xmlns:a16="http://schemas.microsoft.com/office/drawing/2014/main" id="{2FBAD28F-2187-6B80-CFD4-40643607CBB9}"/>
              </a:ext>
            </a:extLst>
          </p:cNvPr>
          <p:cNvSpPr txBox="1"/>
          <p:nvPr/>
        </p:nvSpPr>
        <p:spPr>
          <a:xfrm>
            <a:off x="531016" y="4301805"/>
            <a:ext cx="2786100" cy="32316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1" i="0" u="none" strike="noStrike" cap="none">
                <a:solidFill>
                  <a:srgbClr val="38BDF8"/>
                </a:solidFill>
                <a:latin typeface="Rajdhani"/>
                <a:ea typeface="Rajdhani"/>
                <a:cs typeface="Rajdhani"/>
                <a:sym typeface="Rajdhani"/>
              </a:rPr>
              <a:t>VLAN </a:t>
            </a:r>
            <a:r>
              <a:rPr lang="en-US" sz="2100" b="1">
                <a:solidFill>
                  <a:srgbClr val="38BDF8"/>
                </a:solidFill>
                <a:latin typeface="Rajdhani"/>
                <a:ea typeface="Rajdhani"/>
                <a:cs typeface="Rajdhani"/>
                <a:sym typeface="Rajdhani"/>
              </a:rPr>
              <a:t>998</a:t>
            </a:r>
            <a:endParaRPr/>
          </a:p>
        </p:txBody>
      </p:sp>
      <p:sp>
        <p:nvSpPr>
          <p:cNvPr id="21" name="Google Shape;207;p18">
            <a:extLst>
              <a:ext uri="{FF2B5EF4-FFF2-40B4-BE49-F238E27FC236}">
                <a16:creationId xmlns:a16="http://schemas.microsoft.com/office/drawing/2014/main" id="{8025D8FC-C8DB-D25A-D80A-9BB81EBA76C5}"/>
              </a:ext>
            </a:extLst>
          </p:cNvPr>
          <p:cNvSpPr txBox="1"/>
          <p:nvPr/>
        </p:nvSpPr>
        <p:spPr>
          <a:xfrm>
            <a:off x="461367" y="4720905"/>
            <a:ext cx="2925300" cy="207749"/>
          </a:xfrm>
          <a:prstGeom prst="rect">
            <a:avLst/>
          </a:prstGeom>
          <a:noFill/>
          <a:ln>
            <a:noFill/>
          </a:ln>
        </p:spPr>
        <p:txBody>
          <a:bodyPr spcFirstLastPara="1" wrap="square" lIns="0" tIns="0" rIns="0" bIns="0" anchor="t" anchorCtr="0">
            <a:spAutoFit/>
          </a:bodyPr>
          <a:lstStyle/>
          <a:p>
            <a:pPr marL="0" marR="0" lvl="0" indent="0" algn="ctr">
              <a:spcBef>
                <a:spcPts val="0"/>
              </a:spcBef>
              <a:spcAft>
                <a:spcPts val="0"/>
              </a:spcAft>
              <a:buNone/>
            </a:pPr>
            <a:r>
              <a:rPr lang="en-US" sz="1350" b="1">
                <a:solidFill>
                  <a:srgbClr val="FFFFFF"/>
                </a:solidFill>
                <a:latin typeface="Space Grotesk"/>
                <a:cs typeface="Space Grotesk"/>
                <a:sym typeface="Space Grotesk"/>
              </a:rPr>
              <a:t>NATIVE</a:t>
            </a:r>
            <a:endParaRPr lang="en-US"/>
          </a:p>
        </p:txBody>
      </p:sp>
      <p:sp>
        <p:nvSpPr>
          <p:cNvPr id="22" name="Google Shape;208;p18">
            <a:extLst>
              <a:ext uri="{FF2B5EF4-FFF2-40B4-BE49-F238E27FC236}">
                <a16:creationId xmlns:a16="http://schemas.microsoft.com/office/drawing/2014/main" id="{7BD13A9F-C6D6-7501-7BB9-ABBFD8CDC4F6}"/>
              </a:ext>
            </a:extLst>
          </p:cNvPr>
          <p:cNvSpPr txBox="1"/>
          <p:nvPr/>
        </p:nvSpPr>
        <p:spPr>
          <a:xfrm>
            <a:off x="531016" y="5016180"/>
            <a:ext cx="2786100" cy="184666"/>
          </a:xfrm>
          <a:prstGeom prst="rect">
            <a:avLst/>
          </a:prstGeom>
          <a:noFill/>
          <a:ln>
            <a:noFill/>
          </a:ln>
        </p:spPr>
        <p:txBody>
          <a:bodyPr spcFirstLastPara="1" wrap="square" lIns="0" tIns="0" rIns="0" bIns="0" anchor="t" anchorCtr="0">
            <a:spAutoFit/>
          </a:bodyPr>
          <a:lstStyle/>
          <a:p>
            <a:pPr algn="ctr"/>
            <a:r>
              <a:rPr lang="en-US" sz="1200">
                <a:solidFill>
                  <a:srgbClr val="CBD5E1"/>
                </a:solidFill>
                <a:latin typeface="Space Grotesk"/>
                <a:cs typeface="Space Grotesk"/>
                <a:sym typeface="Space Grotesk"/>
              </a:rPr>
              <a:t>Unused Native VLAN</a:t>
            </a:r>
            <a:endParaRPr lang="en-US"/>
          </a:p>
        </p:txBody>
      </p:sp>
      <p:sp>
        <p:nvSpPr>
          <p:cNvPr id="23" name="Google Shape;209;p18">
            <a:extLst>
              <a:ext uri="{FF2B5EF4-FFF2-40B4-BE49-F238E27FC236}">
                <a16:creationId xmlns:a16="http://schemas.microsoft.com/office/drawing/2014/main" id="{9276EDDB-CF39-D4DD-6AF5-4C50DD1172A8}"/>
              </a:ext>
            </a:extLst>
          </p:cNvPr>
          <p:cNvSpPr txBox="1"/>
          <p:nvPr/>
        </p:nvSpPr>
        <p:spPr>
          <a:xfrm>
            <a:off x="3312316" y="4301805"/>
            <a:ext cx="2786100" cy="32316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1" i="0" u="none" strike="noStrike" cap="none">
                <a:solidFill>
                  <a:srgbClr val="38BDF8"/>
                </a:solidFill>
                <a:latin typeface="Rajdhani"/>
                <a:ea typeface="Rajdhani"/>
                <a:cs typeface="Rajdhani"/>
                <a:sym typeface="Rajdhani"/>
              </a:rPr>
              <a:t>VLAN </a:t>
            </a:r>
            <a:r>
              <a:rPr lang="en-US" sz="2100" b="1">
                <a:solidFill>
                  <a:srgbClr val="38BDF8"/>
                </a:solidFill>
                <a:latin typeface="Rajdhani"/>
                <a:ea typeface="Rajdhani"/>
                <a:cs typeface="Rajdhani"/>
                <a:sym typeface="Rajdhani"/>
              </a:rPr>
              <a:t>999</a:t>
            </a:r>
            <a:endParaRPr/>
          </a:p>
        </p:txBody>
      </p:sp>
      <p:sp>
        <p:nvSpPr>
          <p:cNvPr id="24" name="Google Shape;210;p18">
            <a:extLst>
              <a:ext uri="{FF2B5EF4-FFF2-40B4-BE49-F238E27FC236}">
                <a16:creationId xmlns:a16="http://schemas.microsoft.com/office/drawing/2014/main" id="{24F5EDC3-9D1C-AB32-B909-E1F61DC7BEF5}"/>
              </a:ext>
            </a:extLst>
          </p:cNvPr>
          <p:cNvSpPr txBox="1"/>
          <p:nvPr/>
        </p:nvSpPr>
        <p:spPr>
          <a:xfrm>
            <a:off x="3242667" y="4720905"/>
            <a:ext cx="2925300" cy="207749"/>
          </a:xfrm>
          <a:prstGeom prst="rect">
            <a:avLst/>
          </a:prstGeom>
          <a:noFill/>
          <a:ln>
            <a:noFill/>
          </a:ln>
        </p:spPr>
        <p:txBody>
          <a:bodyPr spcFirstLastPara="1" wrap="square" lIns="0" tIns="0" rIns="0" bIns="0" anchor="t" anchorCtr="0">
            <a:spAutoFit/>
          </a:bodyPr>
          <a:lstStyle/>
          <a:p>
            <a:pPr algn="ctr"/>
            <a:r>
              <a:rPr lang="en-US" sz="1350" b="1">
                <a:solidFill>
                  <a:srgbClr val="FFFFFF"/>
                </a:solidFill>
                <a:latin typeface="Space Grotesk"/>
                <a:cs typeface="Space Grotesk"/>
                <a:sym typeface="Space Grotesk"/>
              </a:rPr>
              <a:t>BLACKHOLE</a:t>
            </a:r>
            <a:endParaRPr lang="en-US"/>
          </a:p>
        </p:txBody>
      </p:sp>
      <p:sp>
        <p:nvSpPr>
          <p:cNvPr id="25" name="Google Shape;211;p18">
            <a:extLst>
              <a:ext uri="{FF2B5EF4-FFF2-40B4-BE49-F238E27FC236}">
                <a16:creationId xmlns:a16="http://schemas.microsoft.com/office/drawing/2014/main" id="{6390D545-FC23-7023-362B-A6C6824C42CC}"/>
              </a:ext>
            </a:extLst>
          </p:cNvPr>
          <p:cNvSpPr txBox="1"/>
          <p:nvPr/>
        </p:nvSpPr>
        <p:spPr>
          <a:xfrm>
            <a:off x="3312316" y="5016180"/>
            <a:ext cx="2786100" cy="184666"/>
          </a:xfrm>
          <a:prstGeom prst="rect">
            <a:avLst/>
          </a:prstGeom>
          <a:noFill/>
          <a:ln>
            <a:noFill/>
          </a:ln>
        </p:spPr>
        <p:txBody>
          <a:bodyPr spcFirstLastPara="1" wrap="square" lIns="0" tIns="0" rIns="0" bIns="0" anchor="t" anchorCtr="0">
            <a:spAutoFit/>
          </a:bodyPr>
          <a:lstStyle/>
          <a:p>
            <a:pPr algn="ctr"/>
            <a:r>
              <a:rPr lang="en-US" sz="1200">
                <a:solidFill>
                  <a:srgbClr val="CBD5E1"/>
                </a:solidFill>
                <a:latin typeface="Space Grotesk"/>
                <a:cs typeface="Space Grotesk"/>
                <a:sym typeface="Space Grotesk"/>
              </a:rPr>
              <a:t>For unused ports</a:t>
            </a:r>
            <a:endParaRPr lang="en-US"/>
          </a:p>
        </p:txBody>
      </p:sp>
      <p:sp>
        <p:nvSpPr>
          <p:cNvPr id="26" name="Google Shape;195;p18">
            <a:extLst>
              <a:ext uri="{FF2B5EF4-FFF2-40B4-BE49-F238E27FC236}">
                <a16:creationId xmlns:a16="http://schemas.microsoft.com/office/drawing/2014/main" id="{F9CB749B-D3BB-7E63-EE63-CE20665D512B}"/>
              </a:ext>
            </a:extLst>
          </p:cNvPr>
          <p:cNvSpPr/>
          <p:nvPr/>
        </p:nvSpPr>
        <p:spPr>
          <a:xfrm>
            <a:off x="6073138" y="4304979"/>
            <a:ext cx="5392420" cy="1087680"/>
          </a:xfrm>
          <a:prstGeom prst="roundRect">
            <a:avLst>
              <a:gd name="adj" fmla="val 6289"/>
            </a:avLst>
          </a:prstGeom>
          <a:solidFill>
            <a:srgbClr val="0F172A"/>
          </a:solidFill>
          <a:ln w="9525" cap="flat" cmpd="sng">
            <a:solidFill>
              <a:srgbClr val="1E29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7" name="Google Shape;209;p18">
            <a:extLst>
              <a:ext uri="{FF2B5EF4-FFF2-40B4-BE49-F238E27FC236}">
                <a16:creationId xmlns:a16="http://schemas.microsoft.com/office/drawing/2014/main" id="{F29C3E6D-CAC9-D8D3-081E-5F6C21B92B1E}"/>
              </a:ext>
            </a:extLst>
          </p:cNvPr>
          <p:cNvSpPr txBox="1"/>
          <p:nvPr/>
        </p:nvSpPr>
        <p:spPr>
          <a:xfrm>
            <a:off x="5994555" y="4393244"/>
            <a:ext cx="3151860" cy="323165"/>
          </a:xfrm>
          <a:prstGeom prst="rect">
            <a:avLst/>
          </a:prstGeom>
          <a:noFill/>
          <a:ln>
            <a:noFill/>
          </a:ln>
        </p:spPr>
        <p:txBody>
          <a:bodyPr spcFirstLastPara="1" wrap="square" lIns="0" tIns="0" rIns="0" bIns="0" anchor="t" anchorCtr="0">
            <a:spAutoFit/>
          </a:bodyPr>
          <a:lstStyle/>
          <a:p>
            <a:pPr algn="ctr"/>
            <a:r>
              <a:rPr lang="en-US" sz="2100" b="1">
                <a:solidFill>
                  <a:srgbClr val="38BDF8"/>
                </a:solidFill>
                <a:latin typeface="Rajdhani"/>
                <a:cs typeface="Rajdhani"/>
                <a:sym typeface="Rajdhani"/>
              </a:rPr>
              <a:t>INTER-VLAN ROUTING</a:t>
            </a:r>
            <a:endParaRPr lang="en-US"/>
          </a:p>
        </p:txBody>
      </p:sp>
      <p:sp>
        <p:nvSpPr>
          <p:cNvPr id="28" name="Google Shape;210;p18">
            <a:extLst>
              <a:ext uri="{FF2B5EF4-FFF2-40B4-BE49-F238E27FC236}">
                <a16:creationId xmlns:a16="http://schemas.microsoft.com/office/drawing/2014/main" id="{AED5E230-B21D-AEEB-4125-855C17BB25EC}"/>
              </a:ext>
            </a:extLst>
          </p:cNvPr>
          <p:cNvSpPr txBox="1"/>
          <p:nvPr/>
        </p:nvSpPr>
        <p:spPr>
          <a:xfrm>
            <a:off x="5996027" y="4720904"/>
            <a:ext cx="4520420" cy="207749"/>
          </a:xfrm>
          <a:prstGeom prst="rect">
            <a:avLst/>
          </a:prstGeom>
          <a:noFill/>
          <a:ln>
            <a:noFill/>
          </a:ln>
        </p:spPr>
        <p:txBody>
          <a:bodyPr spcFirstLastPara="1" wrap="square" lIns="0" tIns="0" rIns="0" bIns="0" anchor="t" anchorCtr="0">
            <a:spAutoFit/>
          </a:bodyPr>
          <a:lstStyle/>
          <a:p>
            <a:pPr algn="ctr"/>
            <a:r>
              <a:rPr lang="en-US" sz="1350" b="1">
                <a:solidFill>
                  <a:srgbClr val="FFFFFF"/>
                </a:solidFill>
                <a:latin typeface="Space Grotesk"/>
                <a:cs typeface="Space Grotesk"/>
                <a:sym typeface="Space Grotesk"/>
              </a:rPr>
              <a:t>Configured via SVIs on Multi-layer Switches</a:t>
            </a:r>
            <a:endParaRPr lang="en-US" sz="1350" b="1">
              <a:solidFill>
                <a:srgbClr val="FFFFFF"/>
              </a:solidFill>
              <a:latin typeface="Space Grotesk"/>
              <a:cs typeface="Space Grotesk"/>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90D16"/>
        </a:solidFill>
        <a:effectLst/>
      </p:bgPr>
    </p:bg>
    <p:spTree>
      <p:nvGrpSpPr>
        <p:cNvPr id="1" name="Shape 223"/>
        <p:cNvGrpSpPr/>
        <p:nvPr/>
      </p:nvGrpSpPr>
      <p:grpSpPr>
        <a:xfrm>
          <a:off x="0" y="0"/>
          <a:ext cx="0" cy="0"/>
          <a:chOff x="0" y="0"/>
          <a:chExt cx="0" cy="0"/>
        </a:xfrm>
      </p:grpSpPr>
      <p:sp>
        <p:nvSpPr>
          <p:cNvPr id="224" name="Google Shape;224;p19"/>
          <p:cNvSpPr/>
          <p:nvPr/>
        </p:nvSpPr>
        <p:spPr>
          <a:xfrm>
            <a:off x="609600" y="6067425"/>
            <a:ext cx="10972800" cy="33337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25" name="Google Shape;225;p19"/>
          <p:cNvSpPr/>
          <p:nvPr/>
        </p:nvSpPr>
        <p:spPr>
          <a:xfrm>
            <a:off x="640080" y="2864167"/>
            <a:ext cx="2667000" cy="1571625"/>
          </a:xfrm>
          <a:prstGeom prst="roundRect">
            <a:avLst>
              <a:gd name="adj" fmla="val 7272"/>
            </a:avLst>
          </a:prstGeom>
          <a:solidFill>
            <a:srgbClr val="0F172A"/>
          </a:solidFill>
          <a:ln w="9525" cap="flat" cmpd="sng">
            <a:solidFill>
              <a:srgbClr val="38BDF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26" name="Google Shape;226;p19"/>
          <p:cNvSpPr/>
          <p:nvPr/>
        </p:nvSpPr>
        <p:spPr>
          <a:xfrm>
            <a:off x="609600" y="6067425"/>
            <a:ext cx="10972800" cy="9525"/>
          </a:xfrm>
          <a:prstGeom prst="rect">
            <a:avLst/>
          </a:prstGeom>
          <a:solidFill>
            <a:srgbClr val="1E293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27" name="Google Shape;227;p19"/>
          <p:cNvSpPr/>
          <p:nvPr/>
        </p:nvSpPr>
        <p:spPr>
          <a:xfrm>
            <a:off x="3599180" y="1805305"/>
            <a:ext cx="7810500" cy="904875"/>
          </a:xfrm>
          <a:prstGeom prst="roundRect">
            <a:avLst>
              <a:gd name="adj" fmla="val 10526"/>
            </a:avLst>
          </a:prstGeom>
          <a:solidFill>
            <a:srgbClr val="0F172A"/>
          </a:solidFill>
          <a:ln w="9525" cap="flat" cmpd="sng">
            <a:solidFill>
              <a:srgbClr val="1E29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28" name="Google Shape;228;p19"/>
          <p:cNvSpPr/>
          <p:nvPr/>
        </p:nvSpPr>
        <p:spPr>
          <a:xfrm>
            <a:off x="3599180" y="2862580"/>
            <a:ext cx="7810500" cy="600075"/>
          </a:xfrm>
          <a:prstGeom prst="roundRect">
            <a:avLst>
              <a:gd name="adj" fmla="val 10526"/>
            </a:avLst>
          </a:prstGeom>
          <a:solidFill>
            <a:srgbClr val="0F172A"/>
          </a:solidFill>
          <a:ln w="9525" cap="flat" cmpd="sng">
            <a:solidFill>
              <a:srgbClr val="1E29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229" name="Google Shape;229;p19" descr="image.png"/>
          <p:cNvPicPr preferRelativeResize="0"/>
          <p:nvPr/>
        </p:nvPicPr>
        <p:blipFill rotWithShape="1">
          <a:blip r:embed="rId3">
            <a:alphaModFix/>
          </a:blip>
          <a:srcRect/>
          <a:stretch/>
        </p:blipFill>
        <p:spPr>
          <a:xfrm>
            <a:off x="609600" y="547687"/>
            <a:ext cx="190500" cy="190500"/>
          </a:xfrm>
          <a:prstGeom prst="rect">
            <a:avLst/>
          </a:prstGeom>
          <a:noFill/>
          <a:ln>
            <a:noFill/>
          </a:ln>
        </p:spPr>
      </p:pic>
      <p:pic>
        <p:nvPicPr>
          <p:cNvPr id="230" name="Google Shape;230;p19" descr="image.png"/>
          <p:cNvPicPr preferRelativeResize="0"/>
          <p:nvPr/>
        </p:nvPicPr>
        <p:blipFill rotWithShape="1">
          <a:blip r:embed="rId4">
            <a:alphaModFix/>
          </a:blip>
          <a:srcRect/>
          <a:stretch/>
        </p:blipFill>
        <p:spPr>
          <a:xfrm>
            <a:off x="10258425" y="6248400"/>
            <a:ext cx="171450" cy="133350"/>
          </a:xfrm>
          <a:prstGeom prst="rect">
            <a:avLst/>
          </a:prstGeom>
          <a:noFill/>
          <a:ln>
            <a:noFill/>
          </a:ln>
        </p:spPr>
      </p:pic>
      <p:sp>
        <p:nvSpPr>
          <p:cNvPr id="231" name="Google Shape;231;p19"/>
          <p:cNvSpPr txBox="1"/>
          <p:nvPr/>
        </p:nvSpPr>
        <p:spPr>
          <a:xfrm>
            <a:off x="11096625" y="557212"/>
            <a:ext cx="771525" cy="171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a:solidFill>
                  <a:srgbClr val="38BDF8"/>
                </a:solidFill>
                <a:latin typeface="Rajdhani"/>
                <a:ea typeface="Rajdhani"/>
                <a:cs typeface="Rajdhani"/>
                <a:sym typeface="Rajdhani"/>
              </a:rPr>
              <a:t>SLIDE 06</a:t>
            </a:r>
            <a:endParaRPr/>
          </a:p>
        </p:txBody>
      </p:sp>
      <p:sp>
        <p:nvSpPr>
          <p:cNvPr id="232" name="Google Shape;232;p19"/>
          <p:cNvSpPr txBox="1"/>
          <p:nvPr/>
        </p:nvSpPr>
        <p:spPr>
          <a:xfrm>
            <a:off x="609600" y="1143000"/>
            <a:ext cx="11582400" cy="171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a:solidFill>
                  <a:srgbClr val="38BDF8"/>
                </a:solidFill>
                <a:latin typeface="Rajdhani"/>
                <a:ea typeface="Rajdhani"/>
                <a:cs typeface="Rajdhani"/>
                <a:sym typeface="Rajdhani"/>
              </a:rPr>
              <a:t>DEFENSE IN DEPTH</a:t>
            </a:r>
            <a:endParaRPr/>
          </a:p>
        </p:txBody>
      </p:sp>
      <p:sp>
        <p:nvSpPr>
          <p:cNvPr id="233" name="Google Shape;233;p19"/>
          <p:cNvSpPr txBox="1"/>
          <p:nvPr/>
        </p:nvSpPr>
        <p:spPr>
          <a:xfrm>
            <a:off x="609600" y="1352550"/>
            <a:ext cx="11582400" cy="428625"/>
          </a:xfrm>
          <a:prstGeom prst="rect">
            <a:avLst/>
          </a:prstGeom>
          <a:noFill/>
          <a:ln>
            <a:noFill/>
          </a:ln>
        </p:spPr>
        <p:txBody>
          <a:bodyPr spcFirstLastPara="1" wrap="square" lIns="0" tIns="0" rIns="0" bIns="0" anchor="t" anchorCtr="0">
            <a:spAutoFit/>
          </a:bodyPr>
          <a:lstStyle/>
          <a:p>
            <a:r>
              <a:rPr lang="en-US" sz="2700" b="1" i="0" u="none" strike="noStrike" cap="none">
                <a:solidFill>
                  <a:srgbClr val="FFFFFF"/>
                </a:solidFill>
                <a:latin typeface="Rajdhani"/>
                <a:ea typeface="Rajdhani"/>
                <a:cs typeface="Rajdhani"/>
                <a:sym typeface="Rajdhani"/>
              </a:rPr>
              <a:t>SECURITY ARCHITECTURE DESIGN</a:t>
            </a:r>
            <a:r>
              <a:rPr lang="en-US" sz="2700" b="1">
                <a:solidFill>
                  <a:srgbClr val="FFFFFF"/>
                </a:solidFill>
                <a:latin typeface="Rajdhani"/>
                <a:ea typeface="Rajdhani"/>
                <a:cs typeface="Rajdhani"/>
                <a:sym typeface="Rajdhani"/>
              </a:rPr>
              <a:t> (REQ. 6)</a:t>
            </a:r>
            <a:endParaRPr/>
          </a:p>
        </p:txBody>
      </p:sp>
      <p:sp>
        <p:nvSpPr>
          <p:cNvPr id="234" name="Google Shape;234;p19"/>
          <p:cNvSpPr txBox="1"/>
          <p:nvPr/>
        </p:nvSpPr>
        <p:spPr>
          <a:xfrm>
            <a:off x="609600" y="6229350"/>
            <a:ext cx="3750468" cy="171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64748B"/>
                </a:solidFill>
                <a:latin typeface="Space Grotesk"/>
                <a:ea typeface="Space Grotesk"/>
                <a:cs typeface="Space Grotesk"/>
                <a:sym typeface="Space Grotesk"/>
              </a:rPr>
              <a:t>© Cyberdyne Systems Inc. All Rights Reserved.</a:t>
            </a:r>
            <a:endParaRPr/>
          </a:p>
        </p:txBody>
      </p:sp>
      <p:sp>
        <p:nvSpPr>
          <p:cNvPr id="235" name="Google Shape;235;p19"/>
          <p:cNvSpPr txBox="1"/>
          <p:nvPr/>
        </p:nvSpPr>
        <p:spPr>
          <a:xfrm>
            <a:off x="10258425" y="6229350"/>
            <a:ext cx="1654968" cy="171450"/>
          </a:xfrm>
          <a:prstGeom prst="rect">
            <a:avLst/>
          </a:prstGeom>
          <a:noFill/>
          <a:ln>
            <a:noFill/>
          </a:ln>
        </p:spPr>
        <p:txBody>
          <a:bodyPr spcFirstLastPara="1" wrap="square" lIns="228600" tIns="0" rIns="0" bIns="0" anchor="t" anchorCtr="0">
            <a:spAutoFit/>
          </a:bodyPr>
          <a:lstStyle/>
          <a:p>
            <a:pPr marL="0" marR="0" lvl="0" indent="0" algn="l" rtl="0">
              <a:spcBef>
                <a:spcPts val="0"/>
              </a:spcBef>
              <a:spcAft>
                <a:spcPts val="0"/>
              </a:spcAft>
              <a:buNone/>
            </a:pPr>
            <a:r>
              <a:rPr lang="en-US" sz="1050" b="0" i="0" u="none" strike="noStrike" cap="none">
                <a:solidFill>
                  <a:srgbClr val="64748B"/>
                </a:solidFill>
                <a:latin typeface="Space Grotesk"/>
                <a:ea typeface="Space Grotesk"/>
                <a:cs typeface="Space Grotesk"/>
                <a:sym typeface="Space Grotesk"/>
              </a:rPr>
              <a:t>Zero-Trust Active</a:t>
            </a:r>
            <a:endParaRPr/>
          </a:p>
        </p:txBody>
      </p:sp>
      <p:sp>
        <p:nvSpPr>
          <p:cNvPr id="236" name="Google Shape;236;p19"/>
          <p:cNvSpPr txBox="1"/>
          <p:nvPr/>
        </p:nvSpPr>
        <p:spPr>
          <a:xfrm>
            <a:off x="699611" y="3178492"/>
            <a:ext cx="2547937" cy="6096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4800" b="1" i="0" u="none" strike="noStrike" cap="none">
                <a:solidFill>
                  <a:srgbClr val="38BDF8"/>
                </a:solidFill>
                <a:latin typeface="Rajdhani"/>
                <a:ea typeface="Rajdhani"/>
                <a:cs typeface="Rajdhani"/>
                <a:sym typeface="Rajdhani"/>
              </a:rPr>
              <a:t>100%</a:t>
            </a:r>
            <a:endParaRPr/>
          </a:p>
        </p:txBody>
      </p:sp>
      <p:sp>
        <p:nvSpPr>
          <p:cNvPr id="237" name="Google Shape;237;p19"/>
          <p:cNvSpPr txBox="1"/>
          <p:nvPr/>
        </p:nvSpPr>
        <p:spPr>
          <a:xfrm>
            <a:off x="699611" y="3902392"/>
            <a:ext cx="2547937" cy="2190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350" b="1" i="0" u="none" strike="noStrike" cap="none">
                <a:solidFill>
                  <a:srgbClr val="FFFFFF"/>
                </a:solidFill>
                <a:latin typeface="Space Grotesk"/>
                <a:ea typeface="Space Grotesk"/>
                <a:cs typeface="Space Grotesk"/>
                <a:sym typeface="Space Grotesk"/>
              </a:rPr>
              <a:t>Zero-Trust Enforcement</a:t>
            </a:r>
            <a:endParaRPr/>
          </a:p>
        </p:txBody>
      </p:sp>
      <p:sp>
        <p:nvSpPr>
          <p:cNvPr id="238" name="Google Shape;238;p19"/>
          <p:cNvSpPr txBox="1"/>
          <p:nvPr/>
        </p:nvSpPr>
        <p:spPr>
          <a:xfrm>
            <a:off x="914400" y="457200"/>
            <a:ext cx="3524250" cy="2000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a:solidFill>
                  <a:srgbClr val="FFFFFF"/>
                </a:solidFill>
                <a:latin typeface="Rajdhani"/>
                <a:ea typeface="Rajdhani"/>
                <a:cs typeface="Rajdhani"/>
                <a:sym typeface="Rajdhani"/>
              </a:rPr>
              <a:t>CYBERDYNE SYSTEMS CORPORATION</a:t>
            </a:r>
            <a:endParaRPr/>
          </a:p>
        </p:txBody>
      </p:sp>
      <p:sp>
        <p:nvSpPr>
          <p:cNvPr id="239" name="Google Shape;239;p19"/>
          <p:cNvSpPr txBox="1"/>
          <p:nvPr/>
        </p:nvSpPr>
        <p:spPr>
          <a:xfrm>
            <a:off x="914400" y="657225"/>
            <a:ext cx="3524250" cy="171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64748B"/>
                </a:solidFill>
                <a:latin typeface="Space Grotesk"/>
                <a:ea typeface="Space Grotesk"/>
                <a:cs typeface="Space Grotesk"/>
                <a:sym typeface="Space Grotesk"/>
              </a:rPr>
              <a:t>SECTION 06 // SECURITY FRAMEWORK</a:t>
            </a:r>
            <a:endParaRPr/>
          </a:p>
        </p:txBody>
      </p:sp>
      <p:sp>
        <p:nvSpPr>
          <p:cNvPr id="240" name="Google Shape;240;p19"/>
          <p:cNvSpPr txBox="1"/>
          <p:nvPr/>
        </p:nvSpPr>
        <p:spPr>
          <a:xfrm>
            <a:off x="3799205" y="1903730"/>
            <a:ext cx="8372475" cy="230832"/>
          </a:xfrm>
          <a:prstGeom prst="rect">
            <a:avLst/>
          </a:prstGeom>
          <a:noFill/>
          <a:ln>
            <a:noFill/>
          </a:ln>
        </p:spPr>
        <p:txBody>
          <a:bodyPr spcFirstLastPara="1" wrap="square" lIns="0" tIns="0" rIns="0" bIns="0" anchor="t" anchorCtr="0">
            <a:spAutoFit/>
          </a:bodyPr>
          <a:lstStyle/>
          <a:p>
            <a:r>
              <a:rPr lang="en-US" sz="1500" b="1">
                <a:solidFill>
                  <a:srgbClr val="FFFFFF"/>
                </a:solidFill>
                <a:latin typeface="Rajdhani"/>
                <a:cs typeface="Rajdhani"/>
                <a:sym typeface="Rajdhani"/>
              </a:rPr>
              <a:t>DEVICE HARDENING</a:t>
            </a:r>
            <a:endParaRPr lang="en-US"/>
          </a:p>
        </p:txBody>
      </p:sp>
      <p:sp>
        <p:nvSpPr>
          <p:cNvPr id="241" name="Google Shape;241;p19"/>
          <p:cNvSpPr txBox="1"/>
          <p:nvPr/>
        </p:nvSpPr>
        <p:spPr>
          <a:xfrm>
            <a:off x="3799205" y="2138680"/>
            <a:ext cx="8372475" cy="415498"/>
          </a:xfrm>
          <a:prstGeom prst="rect">
            <a:avLst/>
          </a:prstGeom>
          <a:noFill/>
          <a:ln>
            <a:noFill/>
          </a:ln>
        </p:spPr>
        <p:txBody>
          <a:bodyPr spcFirstLastPara="1" wrap="square" lIns="0" tIns="0" rIns="0" bIns="0" anchor="t" anchorCtr="0">
            <a:spAutoFit/>
          </a:bodyPr>
          <a:lstStyle/>
          <a:p>
            <a:r>
              <a:rPr lang="en-US" sz="1350">
                <a:solidFill>
                  <a:srgbClr val="CBD5E1"/>
                </a:solidFill>
                <a:sym typeface="Space Grotesk"/>
              </a:rPr>
              <a:t>All intermediary devices have privileged password configured with username/password </a:t>
            </a:r>
            <a:endParaRPr lang="en-US">
              <a:sym typeface="Space Grotesk"/>
            </a:endParaRPr>
          </a:p>
          <a:p>
            <a:r>
              <a:rPr lang="en-US" sz="1350">
                <a:solidFill>
                  <a:srgbClr val="CBD5E1"/>
                </a:solidFill>
                <a:sym typeface="Space Grotesk"/>
              </a:rPr>
              <a:t>authentication with all plaintext passwords encrypted.</a:t>
            </a:r>
            <a:endParaRPr/>
          </a:p>
        </p:txBody>
      </p:sp>
      <p:sp>
        <p:nvSpPr>
          <p:cNvPr id="242" name="Google Shape;242;p19"/>
          <p:cNvSpPr txBox="1"/>
          <p:nvPr/>
        </p:nvSpPr>
        <p:spPr>
          <a:xfrm>
            <a:off x="3799205" y="2920365"/>
            <a:ext cx="8372475" cy="230832"/>
          </a:xfrm>
          <a:prstGeom prst="rect">
            <a:avLst/>
          </a:prstGeom>
          <a:noFill/>
          <a:ln>
            <a:noFill/>
          </a:ln>
        </p:spPr>
        <p:txBody>
          <a:bodyPr spcFirstLastPara="1" wrap="square" lIns="0" tIns="0" rIns="0" bIns="0" anchor="t" anchorCtr="0">
            <a:spAutoFit/>
          </a:bodyPr>
          <a:lstStyle/>
          <a:p>
            <a:r>
              <a:rPr lang="en-US" sz="1500" b="1">
                <a:solidFill>
                  <a:srgbClr val="FFFFFF"/>
                </a:solidFill>
                <a:latin typeface="Rajdhani"/>
                <a:cs typeface="Rajdhani"/>
                <a:sym typeface="Rajdhani"/>
              </a:rPr>
              <a:t>SECURE REMOTE MANAGEMENT</a:t>
            </a:r>
            <a:endParaRPr lang="en-US"/>
          </a:p>
        </p:txBody>
      </p:sp>
      <p:sp>
        <p:nvSpPr>
          <p:cNvPr id="243" name="Google Shape;243;p19"/>
          <p:cNvSpPr txBox="1"/>
          <p:nvPr/>
        </p:nvSpPr>
        <p:spPr>
          <a:xfrm>
            <a:off x="3799205" y="3206115"/>
            <a:ext cx="8372475" cy="215444"/>
          </a:xfrm>
          <a:prstGeom prst="rect">
            <a:avLst/>
          </a:prstGeom>
          <a:noFill/>
          <a:ln>
            <a:noFill/>
          </a:ln>
        </p:spPr>
        <p:txBody>
          <a:bodyPr spcFirstLastPara="1" wrap="square" lIns="0" tIns="0" rIns="0" bIns="0" anchor="t" anchorCtr="0">
            <a:spAutoFit/>
          </a:bodyPr>
          <a:lstStyle/>
          <a:p>
            <a:r>
              <a:rPr lang="en-US" sz="1350">
                <a:solidFill>
                  <a:srgbClr val="CBD5E1"/>
                </a:solidFill>
                <a:latin typeface="Space Grotesk"/>
                <a:cs typeface="Space Grotesk"/>
                <a:sym typeface="Space Grotesk"/>
              </a:rPr>
              <a:t>Via SSHv2, only </a:t>
            </a:r>
            <a:r>
              <a:rPr lang="en-US" sz="1350" err="1">
                <a:solidFill>
                  <a:srgbClr val="CBD5E1"/>
                </a:solidFill>
                <a:latin typeface="Space Grotesk"/>
                <a:cs typeface="Space Grotesk"/>
                <a:sym typeface="Space Grotesk"/>
              </a:rPr>
              <a:t>authorised</a:t>
            </a:r>
            <a:r>
              <a:rPr lang="en-US" sz="1350">
                <a:solidFill>
                  <a:srgbClr val="CBD5E1"/>
                </a:solidFill>
                <a:latin typeface="Space Grotesk"/>
                <a:cs typeface="Space Grotesk"/>
                <a:sym typeface="Space Grotesk"/>
              </a:rPr>
              <a:t> hosts (IT-Admins) allowed.</a:t>
            </a:r>
            <a:r>
              <a:rPr lang="en-US">
                <a:sym typeface="Space Grotesk"/>
              </a:rPr>
              <a:t>.</a:t>
            </a:r>
            <a:endParaRPr lang="en-US"/>
          </a:p>
        </p:txBody>
      </p:sp>
      <p:sp>
        <p:nvSpPr>
          <p:cNvPr id="3" name="Google Shape;228;p19">
            <a:extLst>
              <a:ext uri="{FF2B5EF4-FFF2-40B4-BE49-F238E27FC236}">
                <a16:creationId xmlns:a16="http://schemas.microsoft.com/office/drawing/2014/main" id="{7548DCA5-078F-319E-B835-31A0D0BE0E5A}"/>
              </a:ext>
            </a:extLst>
          </p:cNvPr>
          <p:cNvSpPr/>
          <p:nvPr/>
        </p:nvSpPr>
        <p:spPr>
          <a:xfrm>
            <a:off x="3599180" y="3675380"/>
            <a:ext cx="7810500" cy="803275"/>
          </a:xfrm>
          <a:prstGeom prst="roundRect">
            <a:avLst>
              <a:gd name="adj" fmla="val 10526"/>
            </a:avLst>
          </a:prstGeom>
          <a:solidFill>
            <a:srgbClr val="0F172A"/>
          </a:solidFill>
          <a:ln w="9525" cap="flat" cmpd="sng">
            <a:solidFill>
              <a:srgbClr val="1E29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 name="Google Shape;242;p19">
            <a:extLst>
              <a:ext uri="{FF2B5EF4-FFF2-40B4-BE49-F238E27FC236}">
                <a16:creationId xmlns:a16="http://schemas.microsoft.com/office/drawing/2014/main" id="{1DB453D0-69D4-5204-8694-D625AC07DF78}"/>
              </a:ext>
            </a:extLst>
          </p:cNvPr>
          <p:cNvSpPr txBox="1"/>
          <p:nvPr/>
        </p:nvSpPr>
        <p:spPr>
          <a:xfrm>
            <a:off x="3799205" y="3763645"/>
            <a:ext cx="8372475" cy="230832"/>
          </a:xfrm>
          <a:prstGeom prst="rect">
            <a:avLst/>
          </a:prstGeom>
          <a:noFill/>
          <a:ln>
            <a:noFill/>
          </a:ln>
        </p:spPr>
        <p:txBody>
          <a:bodyPr spcFirstLastPara="1" wrap="square" lIns="0" tIns="0" rIns="0" bIns="0" anchor="t" anchorCtr="0">
            <a:spAutoFit/>
          </a:bodyPr>
          <a:lstStyle/>
          <a:p>
            <a:r>
              <a:rPr lang="en-US" sz="1500" b="1">
                <a:solidFill>
                  <a:srgbClr val="FFFFFF"/>
                </a:solidFill>
                <a:latin typeface="Rajdhani"/>
                <a:cs typeface="Rajdhani"/>
                <a:sym typeface="Rajdhani"/>
              </a:rPr>
              <a:t>SNMP SERVER</a:t>
            </a:r>
            <a:endParaRPr lang="en-US"/>
          </a:p>
        </p:txBody>
      </p:sp>
      <p:sp>
        <p:nvSpPr>
          <p:cNvPr id="5" name="Google Shape;243;p19">
            <a:extLst>
              <a:ext uri="{FF2B5EF4-FFF2-40B4-BE49-F238E27FC236}">
                <a16:creationId xmlns:a16="http://schemas.microsoft.com/office/drawing/2014/main" id="{20A62AC3-3296-B9D9-3551-80868649C807}"/>
              </a:ext>
            </a:extLst>
          </p:cNvPr>
          <p:cNvSpPr txBox="1"/>
          <p:nvPr/>
        </p:nvSpPr>
        <p:spPr>
          <a:xfrm>
            <a:off x="3799205" y="4059555"/>
            <a:ext cx="7610475" cy="425658"/>
          </a:xfrm>
          <a:prstGeom prst="rect">
            <a:avLst/>
          </a:prstGeom>
          <a:noFill/>
          <a:ln>
            <a:noFill/>
          </a:ln>
        </p:spPr>
        <p:txBody>
          <a:bodyPr spcFirstLastPara="1" wrap="square" lIns="0" tIns="0" rIns="0" bIns="0" anchor="t" anchorCtr="0">
            <a:spAutoFit/>
          </a:bodyPr>
          <a:lstStyle/>
          <a:p>
            <a:r>
              <a:rPr lang="en-US" sz="1350" err="1">
                <a:solidFill>
                  <a:srgbClr val="CBD5E1"/>
                </a:solidFill>
                <a:latin typeface="Space Grotesk"/>
                <a:cs typeface="Space Grotesk"/>
                <a:sym typeface="Space Grotesk"/>
              </a:rPr>
              <a:t>LibreNMS</a:t>
            </a:r>
            <a:r>
              <a:rPr lang="en-US" sz="1350">
                <a:solidFill>
                  <a:srgbClr val="CBD5E1"/>
                </a:solidFill>
                <a:latin typeface="Space Grotesk"/>
                <a:cs typeface="Space Grotesk"/>
                <a:sym typeface="Space Grotesk"/>
              </a:rPr>
              <a:t> Server tracks Health, Performance and Traffic of Routers, Switches and Other Devices across Network </a:t>
            </a: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90D16"/>
        </a:solidFill>
        <a:effectLst/>
      </p:bgPr>
    </p:bg>
    <p:spTree>
      <p:nvGrpSpPr>
        <p:cNvPr id="1" name="Shape 247"/>
        <p:cNvGrpSpPr/>
        <p:nvPr/>
      </p:nvGrpSpPr>
      <p:grpSpPr>
        <a:xfrm>
          <a:off x="0" y="0"/>
          <a:ext cx="0" cy="0"/>
          <a:chOff x="0" y="0"/>
          <a:chExt cx="0" cy="0"/>
        </a:xfrm>
      </p:grpSpPr>
      <p:sp>
        <p:nvSpPr>
          <p:cNvPr id="248" name="Google Shape;248;p20"/>
          <p:cNvSpPr/>
          <p:nvPr/>
        </p:nvSpPr>
        <p:spPr>
          <a:xfrm>
            <a:off x="609600" y="6067425"/>
            <a:ext cx="10972800" cy="33337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49" name="Google Shape;249;p20"/>
          <p:cNvSpPr/>
          <p:nvPr/>
        </p:nvSpPr>
        <p:spPr>
          <a:xfrm>
            <a:off x="609600" y="1774825"/>
            <a:ext cx="5212080" cy="834390"/>
          </a:xfrm>
          <a:prstGeom prst="roundRect">
            <a:avLst>
              <a:gd name="adj" fmla="val 5825"/>
            </a:avLst>
          </a:prstGeom>
          <a:solidFill>
            <a:srgbClr val="0F172A"/>
          </a:solidFill>
          <a:ln w="9525" cap="flat" cmpd="sng">
            <a:solidFill>
              <a:srgbClr val="1E29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0" name="Google Shape;250;p20"/>
          <p:cNvSpPr/>
          <p:nvPr/>
        </p:nvSpPr>
        <p:spPr>
          <a:xfrm>
            <a:off x="599440" y="2800985"/>
            <a:ext cx="5212080" cy="1047750"/>
          </a:xfrm>
          <a:prstGeom prst="roundRect">
            <a:avLst>
              <a:gd name="adj" fmla="val 5825"/>
            </a:avLst>
          </a:prstGeom>
          <a:solidFill>
            <a:srgbClr val="0F172A"/>
          </a:solidFill>
          <a:ln w="9525" cap="flat" cmpd="sng">
            <a:solidFill>
              <a:srgbClr val="1E29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1" name="Google Shape;251;p20"/>
          <p:cNvSpPr/>
          <p:nvPr/>
        </p:nvSpPr>
        <p:spPr>
          <a:xfrm>
            <a:off x="609600" y="6067425"/>
            <a:ext cx="10972800" cy="9525"/>
          </a:xfrm>
          <a:prstGeom prst="rect">
            <a:avLst/>
          </a:prstGeom>
          <a:solidFill>
            <a:srgbClr val="1E293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252" name="Google Shape;252;p20" descr="image.png"/>
          <p:cNvPicPr preferRelativeResize="0"/>
          <p:nvPr/>
        </p:nvPicPr>
        <p:blipFill rotWithShape="1">
          <a:blip r:embed="rId3">
            <a:alphaModFix/>
          </a:blip>
          <a:srcRect/>
          <a:stretch/>
        </p:blipFill>
        <p:spPr>
          <a:xfrm>
            <a:off x="609600" y="547687"/>
            <a:ext cx="171450" cy="190500"/>
          </a:xfrm>
          <a:prstGeom prst="rect">
            <a:avLst/>
          </a:prstGeom>
          <a:noFill/>
          <a:ln>
            <a:noFill/>
          </a:ln>
        </p:spPr>
      </p:pic>
      <p:pic>
        <p:nvPicPr>
          <p:cNvPr id="253" name="Google Shape;253;p20" descr="image.png"/>
          <p:cNvPicPr preferRelativeResize="0"/>
          <p:nvPr/>
        </p:nvPicPr>
        <p:blipFill rotWithShape="1">
          <a:blip r:embed="rId4">
            <a:alphaModFix/>
          </a:blip>
          <a:srcRect/>
          <a:stretch/>
        </p:blipFill>
        <p:spPr>
          <a:xfrm>
            <a:off x="10029825" y="6248400"/>
            <a:ext cx="133350" cy="133350"/>
          </a:xfrm>
          <a:prstGeom prst="rect">
            <a:avLst/>
          </a:prstGeom>
          <a:noFill/>
          <a:ln>
            <a:noFill/>
          </a:ln>
        </p:spPr>
      </p:pic>
      <p:sp>
        <p:nvSpPr>
          <p:cNvPr id="254" name="Google Shape;254;p20"/>
          <p:cNvSpPr txBox="1"/>
          <p:nvPr/>
        </p:nvSpPr>
        <p:spPr>
          <a:xfrm>
            <a:off x="11106150" y="557212"/>
            <a:ext cx="762000" cy="171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a:solidFill>
                  <a:srgbClr val="38BDF8"/>
                </a:solidFill>
                <a:latin typeface="Rajdhani"/>
                <a:ea typeface="Rajdhani"/>
                <a:cs typeface="Rajdhani"/>
                <a:sym typeface="Rajdhani"/>
              </a:rPr>
              <a:t>SLIDE 07</a:t>
            </a:r>
            <a:endParaRPr/>
          </a:p>
        </p:txBody>
      </p:sp>
      <p:sp>
        <p:nvSpPr>
          <p:cNvPr id="255" name="Google Shape;255;p20"/>
          <p:cNvSpPr txBox="1"/>
          <p:nvPr/>
        </p:nvSpPr>
        <p:spPr>
          <a:xfrm>
            <a:off x="609600" y="1143000"/>
            <a:ext cx="11582400" cy="171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a:solidFill>
                  <a:srgbClr val="38BDF8"/>
                </a:solidFill>
                <a:latin typeface="Rajdhani"/>
                <a:ea typeface="Rajdhani"/>
                <a:cs typeface="Rajdhani"/>
                <a:sym typeface="Rajdhani"/>
              </a:rPr>
              <a:t>SWITCHING PROTECTION</a:t>
            </a:r>
            <a:endParaRPr/>
          </a:p>
        </p:txBody>
      </p:sp>
      <p:sp>
        <p:nvSpPr>
          <p:cNvPr id="256" name="Google Shape;256;p20"/>
          <p:cNvSpPr txBox="1"/>
          <p:nvPr/>
        </p:nvSpPr>
        <p:spPr>
          <a:xfrm>
            <a:off x="609600" y="1352550"/>
            <a:ext cx="11582400" cy="428625"/>
          </a:xfrm>
          <a:prstGeom prst="rect">
            <a:avLst/>
          </a:prstGeom>
          <a:noFill/>
          <a:ln>
            <a:noFill/>
          </a:ln>
        </p:spPr>
        <p:txBody>
          <a:bodyPr spcFirstLastPara="1" wrap="square" lIns="0" tIns="0" rIns="0" bIns="0" anchor="t" anchorCtr="0">
            <a:spAutoFit/>
          </a:bodyPr>
          <a:lstStyle/>
          <a:p>
            <a:r>
              <a:rPr lang="en-US" sz="2700" b="1" i="0" u="none" strike="noStrike" cap="none">
                <a:solidFill>
                  <a:srgbClr val="FFFFFF"/>
                </a:solidFill>
                <a:latin typeface="Rajdhani"/>
                <a:ea typeface="Rajdhani"/>
                <a:cs typeface="Rajdhani"/>
                <a:sym typeface="Rajdhani"/>
              </a:rPr>
              <a:t>SECURITY - LAYER 2 CONTROLS</a:t>
            </a:r>
            <a:r>
              <a:rPr lang="en-US" sz="2700" b="1">
                <a:solidFill>
                  <a:srgbClr val="FFFFFF"/>
                </a:solidFill>
                <a:latin typeface="Rajdhani"/>
                <a:ea typeface="Rajdhani"/>
                <a:cs typeface="Rajdhani"/>
                <a:sym typeface="Rajdhani"/>
              </a:rPr>
              <a:t> (REQ. 7)</a:t>
            </a:r>
            <a:endParaRPr/>
          </a:p>
        </p:txBody>
      </p:sp>
      <p:sp>
        <p:nvSpPr>
          <p:cNvPr id="257" name="Google Shape;257;p20"/>
          <p:cNvSpPr txBox="1"/>
          <p:nvPr/>
        </p:nvSpPr>
        <p:spPr>
          <a:xfrm>
            <a:off x="609600" y="6229350"/>
            <a:ext cx="3750468" cy="171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64748B"/>
                </a:solidFill>
                <a:latin typeface="Space Grotesk"/>
                <a:ea typeface="Space Grotesk"/>
                <a:cs typeface="Space Grotesk"/>
                <a:sym typeface="Space Grotesk"/>
              </a:rPr>
              <a:t>© Cyberdyne Systems Inc. All Rights Reserved.</a:t>
            </a:r>
            <a:endParaRPr/>
          </a:p>
        </p:txBody>
      </p:sp>
      <p:sp>
        <p:nvSpPr>
          <p:cNvPr id="258" name="Google Shape;258;p20"/>
          <p:cNvSpPr txBox="1"/>
          <p:nvPr/>
        </p:nvSpPr>
        <p:spPr>
          <a:xfrm>
            <a:off x="10029825" y="6229350"/>
            <a:ext cx="1940718" cy="171450"/>
          </a:xfrm>
          <a:prstGeom prst="rect">
            <a:avLst/>
          </a:prstGeom>
          <a:noFill/>
          <a:ln>
            <a:noFill/>
          </a:ln>
        </p:spPr>
        <p:txBody>
          <a:bodyPr spcFirstLastPara="1" wrap="square" lIns="190500" tIns="0" rIns="0" bIns="0" anchor="t" anchorCtr="0">
            <a:spAutoFit/>
          </a:bodyPr>
          <a:lstStyle/>
          <a:p>
            <a:pPr marL="0" marR="0" lvl="0" indent="0" algn="l" rtl="0">
              <a:spcBef>
                <a:spcPts val="0"/>
              </a:spcBef>
              <a:spcAft>
                <a:spcPts val="0"/>
              </a:spcAft>
              <a:buNone/>
            </a:pPr>
            <a:r>
              <a:rPr lang="en-US" sz="1050" b="0" i="0" u="none" strike="noStrike" cap="none">
                <a:solidFill>
                  <a:srgbClr val="64748B"/>
                </a:solidFill>
                <a:latin typeface="Space Grotesk"/>
                <a:ea typeface="Space Grotesk"/>
                <a:cs typeface="Space Grotesk"/>
                <a:sym typeface="Space Grotesk"/>
              </a:rPr>
              <a:t>L2 Controls Enforced</a:t>
            </a:r>
            <a:endParaRPr/>
          </a:p>
        </p:txBody>
      </p:sp>
      <p:sp>
        <p:nvSpPr>
          <p:cNvPr id="259" name="Google Shape;259;p20"/>
          <p:cNvSpPr txBox="1"/>
          <p:nvPr/>
        </p:nvSpPr>
        <p:spPr>
          <a:xfrm>
            <a:off x="774065" y="1868170"/>
            <a:ext cx="6275784" cy="253916"/>
          </a:xfrm>
          <a:prstGeom prst="rect">
            <a:avLst/>
          </a:prstGeom>
          <a:noFill/>
          <a:ln>
            <a:noFill/>
          </a:ln>
        </p:spPr>
        <p:txBody>
          <a:bodyPr spcFirstLastPara="1" wrap="square" lIns="0" tIns="0" rIns="0" bIns="0" anchor="t" anchorCtr="0">
            <a:spAutoFit/>
          </a:bodyPr>
          <a:lstStyle/>
          <a:p>
            <a:r>
              <a:rPr lang="en-US" sz="1650" b="1" err="1">
                <a:solidFill>
                  <a:srgbClr val="38BDF8"/>
                </a:solidFill>
                <a:latin typeface="Rajdhani"/>
                <a:cs typeface="Rajdhani"/>
                <a:sym typeface="Rajdhani"/>
              </a:rPr>
              <a:t>Etherchannel</a:t>
            </a:r>
            <a:endParaRPr err="1"/>
          </a:p>
        </p:txBody>
      </p:sp>
      <p:sp>
        <p:nvSpPr>
          <p:cNvPr id="260" name="Google Shape;260;p20"/>
          <p:cNvSpPr txBox="1"/>
          <p:nvPr/>
        </p:nvSpPr>
        <p:spPr>
          <a:xfrm>
            <a:off x="784225" y="2185670"/>
            <a:ext cx="4876800" cy="415498"/>
          </a:xfrm>
          <a:prstGeom prst="rect">
            <a:avLst/>
          </a:prstGeom>
          <a:noFill/>
          <a:ln>
            <a:noFill/>
          </a:ln>
        </p:spPr>
        <p:txBody>
          <a:bodyPr spcFirstLastPara="1" wrap="square" lIns="0" tIns="0" rIns="0" bIns="0" anchor="t" anchorCtr="0">
            <a:spAutoFit/>
          </a:bodyPr>
          <a:lstStyle/>
          <a:p>
            <a:r>
              <a:rPr lang="en-US" sz="1350">
                <a:solidFill>
                  <a:srgbClr val="CBD5E1"/>
                </a:solidFill>
                <a:latin typeface="Space Grotesk"/>
                <a:cs typeface="Space Grotesk"/>
                <a:sym typeface="Space Grotesk"/>
              </a:rPr>
              <a:t>Port-channel links between all Gateway Routers and Switches</a:t>
            </a:r>
            <a:endParaRPr lang="en-US"/>
          </a:p>
        </p:txBody>
      </p:sp>
      <p:sp>
        <p:nvSpPr>
          <p:cNvPr id="261" name="Google Shape;261;p20"/>
          <p:cNvSpPr txBox="1"/>
          <p:nvPr/>
        </p:nvSpPr>
        <p:spPr>
          <a:xfrm>
            <a:off x="6494145" y="4617720"/>
            <a:ext cx="2194560" cy="207749"/>
          </a:xfrm>
          <a:prstGeom prst="rect">
            <a:avLst/>
          </a:prstGeom>
          <a:noFill/>
          <a:ln>
            <a:noFill/>
          </a:ln>
        </p:spPr>
        <p:txBody>
          <a:bodyPr spcFirstLastPara="1" wrap="square" lIns="0" tIns="0" rIns="0" bIns="0" anchor="t" anchorCtr="0">
            <a:spAutoFit/>
          </a:bodyPr>
          <a:lstStyle/>
          <a:p>
            <a:r>
              <a:rPr lang="en-US" sz="1350" err="1">
                <a:solidFill>
                  <a:srgbClr val="94A3B8"/>
                </a:solidFill>
                <a:latin typeface="Space Grotesk"/>
                <a:cs typeface="Space Grotesk"/>
                <a:sym typeface="Space Grotesk"/>
              </a:rPr>
              <a:t>Etherchannel</a:t>
            </a:r>
            <a:r>
              <a:rPr lang="en-US" sz="1350">
                <a:solidFill>
                  <a:srgbClr val="94A3B8"/>
                </a:solidFill>
                <a:latin typeface="Space Grotesk"/>
                <a:cs typeface="Space Grotesk"/>
                <a:sym typeface="Space Grotesk"/>
              </a:rPr>
              <a:t> links</a:t>
            </a:r>
            <a:endParaRPr lang="en-US"/>
          </a:p>
        </p:txBody>
      </p:sp>
      <p:sp>
        <p:nvSpPr>
          <p:cNvPr id="262" name="Google Shape;262;p20"/>
          <p:cNvSpPr txBox="1"/>
          <p:nvPr/>
        </p:nvSpPr>
        <p:spPr>
          <a:xfrm>
            <a:off x="733425" y="2874010"/>
            <a:ext cx="5667375" cy="253916"/>
          </a:xfrm>
          <a:prstGeom prst="rect">
            <a:avLst/>
          </a:prstGeom>
          <a:noFill/>
          <a:ln>
            <a:noFill/>
          </a:ln>
        </p:spPr>
        <p:txBody>
          <a:bodyPr spcFirstLastPara="1" wrap="square" lIns="0" tIns="0" rIns="0" bIns="0" anchor="t" anchorCtr="0">
            <a:spAutoFit/>
          </a:bodyPr>
          <a:lstStyle/>
          <a:p>
            <a:r>
              <a:rPr lang="en-US" sz="1650" b="1">
                <a:solidFill>
                  <a:srgbClr val="38BDF8"/>
                </a:solidFill>
                <a:latin typeface="Rajdhani"/>
                <a:cs typeface="Rajdhani"/>
                <a:sym typeface="Rajdhani"/>
              </a:rPr>
              <a:t>802.1x Authentication (LIVE DEMO)</a:t>
            </a:r>
            <a:endParaRPr lang="en-US"/>
          </a:p>
        </p:txBody>
      </p:sp>
      <p:sp>
        <p:nvSpPr>
          <p:cNvPr id="263" name="Google Shape;263;p20"/>
          <p:cNvSpPr txBox="1"/>
          <p:nvPr/>
        </p:nvSpPr>
        <p:spPr>
          <a:xfrm>
            <a:off x="763905" y="3140710"/>
            <a:ext cx="4876800" cy="623248"/>
          </a:xfrm>
          <a:prstGeom prst="rect">
            <a:avLst/>
          </a:prstGeom>
          <a:noFill/>
          <a:ln>
            <a:noFill/>
          </a:ln>
        </p:spPr>
        <p:txBody>
          <a:bodyPr spcFirstLastPara="1" wrap="square" lIns="0" tIns="0" rIns="0" bIns="0" anchor="t" anchorCtr="0">
            <a:spAutoFit/>
          </a:bodyPr>
          <a:lstStyle/>
          <a:p>
            <a:r>
              <a:rPr lang="en-US" sz="1350">
                <a:solidFill>
                  <a:srgbClr val="CBD5E1"/>
                </a:solidFill>
                <a:ea typeface="Space Grotesk"/>
                <a:sym typeface="Space Grotesk"/>
              </a:rPr>
              <a:t>Computers placed in a restricted VLAN until the computer and user is authenticated, at which time they are moved to the Staff VLAN</a:t>
            </a:r>
            <a:endParaRPr lang="en-US"/>
          </a:p>
        </p:txBody>
      </p:sp>
      <p:sp>
        <p:nvSpPr>
          <p:cNvPr id="265" name="Google Shape;265;p20"/>
          <p:cNvSpPr txBox="1"/>
          <p:nvPr/>
        </p:nvSpPr>
        <p:spPr>
          <a:xfrm>
            <a:off x="895350" y="457200"/>
            <a:ext cx="3524250" cy="2000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a:solidFill>
                  <a:srgbClr val="FFFFFF"/>
                </a:solidFill>
                <a:latin typeface="Rajdhani"/>
                <a:ea typeface="Rajdhani"/>
                <a:cs typeface="Rajdhani"/>
                <a:sym typeface="Rajdhani"/>
              </a:rPr>
              <a:t>CYBERDYNE SYSTEMS CORPORATION</a:t>
            </a:r>
            <a:endParaRPr/>
          </a:p>
        </p:txBody>
      </p:sp>
      <p:sp>
        <p:nvSpPr>
          <p:cNvPr id="266" name="Google Shape;266;p20"/>
          <p:cNvSpPr txBox="1"/>
          <p:nvPr/>
        </p:nvSpPr>
        <p:spPr>
          <a:xfrm>
            <a:off x="895350" y="657225"/>
            <a:ext cx="3524250" cy="171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64748B"/>
                </a:solidFill>
                <a:latin typeface="Space Grotesk"/>
                <a:ea typeface="Space Grotesk"/>
                <a:cs typeface="Space Grotesk"/>
                <a:sym typeface="Space Grotesk"/>
              </a:rPr>
              <a:t>SECTION 07 // LINK LAYER</a:t>
            </a:r>
            <a:endParaRPr/>
          </a:p>
        </p:txBody>
      </p:sp>
      <p:pic>
        <p:nvPicPr>
          <p:cNvPr id="2" name="Picture 1">
            <a:extLst>
              <a:ext uri="{FF2B5EF4-FFF2-40B4-BE49-F238E27FC236}">
                <a16:creationId xmlns:a16="http://schemas.microsoft.com/office/drawing/2014/main" id="{C3590639-FA78-0826-5889-62456BD83DBD}"/>
              </a:ext>
            </a:extLst>
          </p:cNvPr>
          <p:cNvPicPr>
            <a:picLocks noChangeAspect="1"/>
          </p:cNvPicPr>
          <p:nvPr/>
        </p:nvPicPr>
        <p:blipFill>
          <a:blip r:embed="rId5"/>
          <a:stretch>
            <a:fillRect/>
          </a:stretch>
        </p:blipFill>
        <p:spPr>
          <a:xfrm>
            <a:off x="6202680" y="1737360"/>
            <a:ext cx="2763520" cy="2783840"/>
          </a:xfrm>
          <a:prstGeom prst="rect">
            <a:avLst/>
          </a:prstGeom>
        </p:spPr>
      </p:pic>
      <p:sp>
        <p:nvSpPr>
          <p:cNvPr id="4" name="Google Shape;250;p20">
            <a:extLst>
              <a:ext uri="{FF2B5EF4-FFF2-40B4-BE49-F238E27FC236}">
                <a16:creationId xmlns:a16="http://schemas.microsoft.com/office/drawing/2014/main" id="{CF3AEE5A-1107-9126-21EC-1FCC8E3E5400}"/>
              </a:ext>
            </a:extLst>
          </p:cNvPr>
          <p:cNvSpPr/>
          <p:nvPr/>
        </p:nvSpPr>
        <p:spPr>
          <a:xfrm>
            <a:off x="609599" y="4020185"/>
            <a:ext cx="5212080" cy="712470"/>
          </a:xfrm>
          <a:prstGeom prst="roundRect">
            <a:avLst>
              <a:gd name="adj" fmla="val 5825"/>
            </a:avLst>
          </a:prstGeom>
          <a:solidFill>
            <a:srgbClr val="0F172A"/>
          </a:solidFill>
          <a:ln w="9525" cap="flat" cmpd="sng">
            <a:solidFill>
              <a:srgbClr val="1E29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 name="Google Shape;262;p20">
            <a:extLst>
              <a:ext uri="{FF2B5EF4-FFF2-40B4-BE49-F238E27FC236}">
                <a16:creationId xmlns:a16="http://schemas.microsoft.com/office/drawing/2014/main" id="{5E5C7747-8AC3-E2B4-29C9-2FB4A7837911}"/>
              </a:ext>
            </a:extLst>
          </p:cNvPr>
          <p:cNvSpPr txBox="1"/>
          <p:nvPr/>
        </p:nvSpPr>
        <p:spPr>
          <a:xfrm>
            <a:off x="662305" y="4093209"/>
            <a:ext cx="5667375" cy="253916"/>
          </a:xfrm>
          <a:prstGeom prst="rect">
            <a:avLst/>
          </a:prstGeom>
          <a:noFill/>
          <a:ln>
            <a:noFill/>
          </a:ln>
        </p:spPr>
        <p:txBody>
          <a:bodyPr spcFirstLastPara="1" wrap="square" lIns="0" tIns="0" rIns="0" bIns="0" anchor="t" anchorCtr="0">
            <a:spAutoFit/>
          </a:bodyPr>
          <a:lstStyle/>
          <a:p>
            <a:r>
              <a:rPr lang="en-US" sz="1650" b="1">
                <a:solidFill>
                  <a:srgbClr val="38BDF8"/>
                </a:solidFill>
                <a:latin typeface="Rajdhani"/>
                <a:cs typeface="Rajdhani"/>
                <a:sym typeface="Rajdhani"/>
              </a:rPr>
              <a:t>Port-Security</a:t>
            </a:r>
            <a:endParaRPr lang="en-US"/>
          </a:p>
        </p:txBody>
      </p:sp>
      <p:sp>
        <p:nvSpPr>
          <p:cNvPr id="6" name="Google Shape;263;p20">
            <a:extLst>
              <a:ext uri="{FF2B5EF4-FFF2-40B4-BE49-F238E27FC236}">
                <a16:creationId xmlns:a16="http://schemas.microsoft.com/office/drawing/2014/main" id="{ADFA0904-837E-CE36-0C4E-3EB520C092FC}"/>
              </a:ext>
            </a:extLst>
          </p:cNvPr>
          <p:cNvSpPr txBox="1"/>
          <p:nvPr/>
        </p:nvSpPr>
        <p:spPr>
          <a:xfrm>
            <a:off x="692784" y="4359909"/>
            <a:ext cx="4876800" cy="207749"/>
          </a:xfrm>
          <a:prstGeom prst="rect">
            <a:avLst/>
          </a:prstGeom>
          <a:noFill/>
          <a:ln>
            <a:noFill/>
          </a:ln>
        </p:spPr>
        <p:txBody>
          <a:bodyPr spcFirstLastPara="1" wrap="square" lIns="0" tIns="0" rIns="0" bIns="0" anchor="t" anchorCtr="0">
            <a:spAutoFit/>
          </a:bodyPr>
          <a:lstStyle/>
          <a:p>
            <a:r>
              <a:rPr lang="en-US" sz="1350">
                <a:solidFill>
                  <a:srgbClr val="CBD5E1"/>
                </a:solidFill>
                <a:sym typeface="Space Grotesk"/>
              </a:rPr>
              <a:t>Violation level: RESTRICT</a:t>
            </a: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90D16"/>
        </a:solidFill>
        <a:effectLst/>
      </p:bgPr>
    </p:bg>
    <p:spTree>
      <p:nvGrpSpPr>
        <p:cNvPr id="1" name="Shape 270"/>
        <p:cNvGrpSpPr/>
        <p:nvPr/>
      </p:nvGrpSpPr>
      <p:grpSpPr>
        <a:xfrm>
          <a:off x="0" y="0"/>
          <a:ext cx="0" cy="0"/>
          <a:chOff x="0" y="0"/>
          <a:chExt cx="0" cy="0"/>
        </a:xfrm>
      </p:grpSpPr>
      <p:sp>
        <p:nvSpPr>
          <p:cNvPr id="271" name="Google Shape;271;p21"/>
          <p:cNvSpPr/>
          <p:nvPr/>
        </p:nvSpPr>
        <p:spPr>
          <a:xfrm>
            <a:off x="609600" y="6067425"/>
            <a:ext cx="10972800" cy="33337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74" name="Google Shape;274;p21"/>
          <p:cNvSpPr/>
          <p:nvPr/>
        </p:nvSpPr>
        <p:spPr>
          <a:xfrm>
            <a:off x="612040" y="2082800"/>
            <a:ext cx="5910530" cy="3896360"/>
          </a:xfrm>
          <a:prstGeom prst="roundRect">
            <a:avLst>
              <a:gd name="adj" fmla="val 6578"/>
            </a:avLst>
          </a:prstGeom>
          <a:solidFill>
            <a:srgbClr val="0F172A"/>
          </a:solidFill>
          <a:ln w="9525" cap="flat" cmpd="sng">
            <a:solidFill>
              <a:srgbClr val="1E29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75" name="Google Shape;275;p21"/>
          <p:cNvSpPr/>
          <p:nvPr/>
        </p:nvSpPr>
        <p:spPr>
          <a:xfrm>
            <a:off x="609600" y="6067425"/>
            <a:ext cx="10972800" cy="9525"/>
          </a:xfrm>
          <a:prstGeom prst="rect">
            <a:avLst/>
          </a:prstGeom>
          <a:solidFill>
            <a:srgbClr val="1E293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278" name="Google Shape;278;p21" descr="image.png"/>
          <p:cNvPicPr preferRelativeResize="0"/>
          <p:nvPr/>
        </p:nvPicPr>
        <p:blipFill rotWithShape="1">
          <a:blip r:embed="rId3">
            <a:alphaModFix/>
          </a:blip>
          <a:srcRect/>
          <a:stretch/>
        </p:blipFill>
        <p:spPr>
          <a:xfrm>
            <a:off x="609600" y="547687"/>
            <a:ext cx="190500" cy="190500"/>
          </a:xfrm>
          <a:prstGeom prst="rect">
            <a:avLst/>
          </a:prstGeom>
          <a:noFill/>
          <a:ln>
            <a:noFill/>
          </a:ln>
        </p:spPr>
      </p:pic>
      <p:pic>
        <p:nvPicPr>
          <p:cNvPr id="279" name="Google Shape;279;p21" descr="image.png"/>
          <p:cNvPicPr preferRelativeResize="0"/>
          <p:nvPr/>
        </p:nvPicPr>
        <p:blipFill rotWithShape="1">
          <a:blip r:embed="rId4">
            <a:alphaModFix/>
          </a:blip>
          <a:srcRect/>
          <a:stretch/>
        </p:blipFill>
        <p:spPr>
          <a:xfrm>
            <a:off x="9991725" y="6248400"/>
            <a:ext cx="104775" cy="133350"/>
          </a:xfrm>
          <a:prstGeom prst="rect">
            <a:avLst/>
          </a:prstGeom>
          <a:noFill/>
          <a:ln>
            <a:noFill/>
          </a:ln>
        </p:spPr>
      </p:pic>
      <p:sp>
        <p:nvSpPr>
          <p:cNvPr id="280" name="Google Shape;280;p21"/>
          <p:cNvSpPr txBox="1"/>
          <p:nvPr/>
        </p:nvSpPr>
        <p:spPr>
          <a:xfrm>
            <a:off x="11087100" y="557212"/>
            <a:ext cx="781050" cy="171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a:solidFill>
                  <a:srgbClr val="38BDF8"/>
                </a:solidFill>
                <a:latin typeface="Rajdhani"/>
                <a:ea typeface="Rajdhani"/>
                <a:cs typeface="Rajdhani"/>
                <a:sym typeface="Rajdhani"/>
              </a:rPr>
              <a:t>SLIDE 08</a:t>
            </a:r>
            <a:endParaRPr/>
          </a:p>
        </p:txBody>
      </p:sp>
      <p:sp>
        <p:nvSpPr>
          <p:cNvPr id="281" name="Google Shape;281;p21"/>
          <p:cNvSpPr txBox="1"/>
          <p:nvPr/>
        </p:nvSpPr>
        <p:spPr>
          <a:xfrm>
            <a:off x="609600" y="1143000"/>
            <a:ext cx="11582400" cy="171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a:solidFill>
                  <a:srgbClr val="38BDF8"/>
                </a:solidFill>
                <a:latin typeface="Rajdhani"/>
                <a:ea typeface="Rajdhani"/>
                <a:cs typeface="Rajdhani"/>
                <a:sym typeface="Rajdhani"/>
              </a:rPr>
              <a:t>ROUTING PROTECTION</a:t>
            </a:r>
            <a:endParaRPr/>
          </a:p>
        </p:txBody>
      </p:sp>
      <p:sp>
        <p:nvSpPr>
          <p:cNvPr id="282" name="Google Shape;282;p21"/>
          <p:cNvSpPr txBox="1"/>
          <p:nvPr/>
        </p:nvSpPr>
        <p:spPr>
          <a:xfrm>
            <a:off x="609600" y="1352550"/>
            <a:ext cx="11582400" cy="428625"/>
          </a:xfrm>
          <a:prstGeom prst="rect">
            <a:avLst/>
          </a:prstGeom>
          <a:noFill/>
          <a:ln>
            <a:noFill/>
          </a:ln>
        </p:spPr>
        <p:txBody>
          <a:bodyPr spcFirstLastPara="1" wrap="square" lIns="0" tIns="0" rIns="0" bIns="0" anchor="t" anchorCtr="0">
            <a:spAutoFit/>
          </a:bodyPr>
          <a:lstStyle/>
          <a:p>
            <a:r>
              <a:rPr lang="en-US" sz="2700" b="1" i="0" u="none" strike="noStrike" cap="none">
                <a:solidFill>
                  <a:srgbClr val="FFFFFF"/>
                </a:solidFill>
                <a:latin typeface="Rajdhani"/>
                <a:ea typeface="Rajdhani"/>
                <a:cs typeface="Rajdhani"/>
                <a:sym typeface="Rajdhani"/>
              </a:rPr>
              <a:t>SECURITY - LAYER 3 FILTERING</a:t>
            </a:r>
            <a:r>
              <a:rPr lang="en-US" sz="2700" b="1">
                <a:solidFill>
                  <a:srgbClr val="FFFFFF"/>
                </a:solidFill>
                <a:latin typeface="Rajdhani"/>
                <a:ea typeface="Rajdhani"/>
                <a:cs typeface="Rajdhani"/>
                <a:sym typeface="Rajdhani"/>
              </a:rPr>
              <a:t> (REQ. 8)</a:t>
            </a:r>
            <a:endParaRPr/>
          </a:p>
        </p:txBody>
      </p:sp>
      <p:sp>
        <p:nvSpPr>
          <p:cNvPr id="283" name="Google Shape;283;p21"/>
          <p:cNvSpPr txBox="1"/>
          <p:nvPr/>
        </p:nvSpPr>
        <p:spPr>
          <a:xfrm>
            <a:off x="609600" y="6229350"/>
            <a:ext cx="3750468" cy="171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64748B"/>
                </a:solidFill>
                <a:latin typeface="Space Grotesk"/>
                <a:ea typeface="Space Grotesk"/>
                <a:cs typeface="Space Grotesk"/>
                <a:sym typeface="Space Grotesk"/>
              </a:rPr>
              <a:t>© Cyberdyne Systems Inc. All Rights Reserved.</a:t>
            </a:r>
            <a:endParaRPr/>
          </a:p>
        </p:txBody>
      </p:sp>
      <p:sp>
        <p:nvSpPr>
          <p:cNvPr id="284" name="Google Shape;284;p21"/>
          <p:cNvSpPr txBox="1"/>
          <p:nvPr/>
        </p:nvSpPr>
        <p:spPr>
          <a:xfrm>
            <a:off x="9991725" y="6229350"/>
            <a:ext cx="1988343" cy="171450"/>
          </a:xfrm>
          <a:prstGeom prst="rect">
            <a:avLst/>
          </a:prstGeom>
          <a:noFill/>
          <a:ln>
            <a:noFill/>
          </a:ln>
        </p:spPr>
        <p:txBody>
          <a:bodyPr spcFirstLastPara="1" wrap="square" lIns="161925" tIns="0" rIns="0" bIns="0" anchor="t" anchorCtr="0">
            <a:spAutoFit/>
          </a:bodyPr>
          <a:lstStyle/>
          <a:p>
            <a:pPr marL="0" marR="0" lvl="0" indent="0" algn="l" rtl="0">
              <a:spcBef>
                <a:spcPts val="0"/>
              </a:spcBef>
              <a:spcAft>
                <a:spcPts val="0"/>
              </a:spcAft>
              <a:buNone/>
            </a:pPr>
            <a:r>
              <a:rPr lang="en-US" sz="1050" b="0" i="0" u="none" strike="noStrike" cap="none">
                <a:solidFill>
                  <a:srgbClr val="64748B"/>
                </a:solidFill>
                <a:latin typeface="Space Grotesk"/>
                <a:ea typeface="Space Grotesk"/>
                <a:cs typeface="Space Grotesk"/>
                <a:sym typeface="Space Grotesk"/>
              </a:rPr>
              <a:t>L3 Firewall Operational</a:t>
            </a:r>
            <a:endParaRPr/>
          </a:p>
        </p:txBody>
      </p:sp>
      <p:sp>
        <p:nvSpPr>
          <p:cNvPr id="291" name="Google Shape;291;p21"/>
          <p:cNvSpPr txBox="1"/>
          <p:nvPr/>
        </p:nvSpPr>
        <p:spPr>
          <a:xfrm>
            <a:off x="168464" y="2188845"/>
            <a:ext cx="3516250" cy="307777"/>
          </a:xfrm>
          <a:prstGeom prst="rect">
            <a:avLst/>
          </a:prstGeom>
          <a:noFill/>
          <a:ln>
            <a:noFill/>
          </a:ln>
        </p:spPr>
        <p:txBody>
          <a:bodyPr spcFirstLastPara="1" wrap="square" lIns="0" tIns="0" rIns="0" bIns="0" anchor="t" anchorCtr="0">
            <a:spAutoFit/>
          </a:bodyPr>
          <a:lstStyle/>
          <a:p>
            <a:pPr algn="ctr"/>
            <a:r>
              <a:rPr lang="en-US" sz="2000" b="1">
                <a:solidFill>
                  <a:srgbClr val="38BDF8"/>
                </a:solidFill>
                <a:latin typeface="Rajdhani"/>
                <a:cs typeface="Rajdhani"/>
                <a:sym typeface="Rajdhani"/>
              </a:rPr>
              <a:t>ACCESS CONTROL LISTS</a:t>
            </a:r>
            <a:endParaRPr lang="en-US" sz="2000"/>
          </a:p>
        </p:txBody>
      </p:sp>
      <p:sp>
        <p:nvSpPr>
          <p:cNvPr id="292" name="Google Shape;292;p21"/>
          <p:cNvSpPr txBox="1"/>
          <p:nvPr/>
        </p:nvSpPr>
        <p:spPr>
          <a:xfrm>
            <a:off x="742940" y="2496294"/>
            <a:ext cx="5116941" cy="207749"/>
          </a:xfrm>
          <a:prstGeom prst="rect">
            <a:avLst/>
          </a:prstGeom>
          <a:noFill/>
          <a:ln>
            <a:noFill/>
          </a:ln>
        </p:spPr>
        <p:txBody>
          <a:bodyPr spcFirstLastPara="1" wrap="square" lIns="0" tIns="0" rIns="0" bIns="0" anchor="t" anchorCtr="0">
            <a:spAutoFit/>
          </a:bodyPr>
          <a:lstStyle/>
          <a:p>
            <a:r>
              <a:rPr lang="en-US" sz="1350" b="1">
                <a:solidFill>
                  <a:srgbClr val="FFFFFF"/>
                </a:solidFill>
                <a:latin typeface="Rajdhani"/>
                <a:cs typeface="Rajdhani"/>
                <a:sym typeface="Rajdhani"/>
              </a:rPr>
              <a:t>To be demonstrated in the 'Testing' section</a:t>
            </a:r>
            <a:endParaRPr lang="en-US"/>
          </a:p>
        </p:txBody>
      </p:sp>
      <p:sp>
        <p:nvSpPr>
          <p:cNvPr id="293" name="Google Shape;293;p21"/>
          <p:cNvSpPr txBox="1"/>
          <p:nvPr/>
        </p:nvSpPr>
        <p:spPr>
          <a:xfrm>
            <a:off x="740398" y="2914975"/>
            <a:ext cx="4664330" cy="2893100"/>
          </a:xfrm>
          <a:prstGeom prst="rect">
            <a:avLst/>
          </a:prstGeom>
          <a:noFill/>
          <a:ln>
            <a:noFill/>
          </a:ln>
        </p:spPr>
        <p:txBody>
          <a:bodyPr spcFirstLastPara="1" wrap="square" lIns="0" tIns="0" rIns="0" bIns="0" anchor="t" anchorCtr="0">
            <a:spAutoFit/>
          </a:bodyPr>
          <a:lstStyle/>
          <a:p>
            <a:r>
              <a:rPr lang="en-US" sz="1200">
                <a:solidFill>
                  <a:srgbClr val="CBD5E1"/>
                </a:solidFill>
                <a:sym typeface="Space Grotesk"/>
              </a:rPr>
              <a:t>Hosts on the Restricted VLAN have no access outside that VLAN</a:t>
            </a:r>
            <a:br>
              <a:rPr lang="en-US" sz="1200"/>
            </a:br>
            <a:endParaRPr lang="en-US">
              <a:solidFill>
                <a:srgbClr val="CBD5E1"/>
              </a:solidFill>
            </a:endParaRPr>
          </a:p>
          <a:p>
            <a:r>
              <a:rPr lang="en-US" sz="1200">
                <a:solidFill>
                  <a:srgbClr val="CBD5E1"/>
                </a:solidFill>
              </a:rPr>
              <a:t>Hosts on the Guest VLAN have no access to internal resources but should be able to access </a:t>
            </a:r>
            <a:br>
              <a:rPr lang="en-US" sz="1200"/>
            </a:br>
            <a:endParaRPr lang="en-US">
              <a:solidFill>
                <a:srgbClr val="CBD5E1"/>
              </a:solidFill>
            </a:endParaRPr>
          </a:p>
          <a:p>
            <a:r>
              <a:rPr lang="en-US" sz="1200">
                <a:solidFill>
                  <a:srgbClr val="CBD5E1"/>
                </a:solidFill>
              </a:rPr>
              <a:t>Hosts on the Staff VLAN have access to internal server resources (at both sites) and Web, Email and FTP servers on the internet. They have no access to the Restricted, Guest or Administration networks</a:t>
            </a:r>
            <a:br>
              <a:rPr lang="en-US" sz="1200"/>
            </a:br>
            <a:endParaRPr lang="en-US">
              <a:solidFill>
                <a:srgbClr val="CBD5E1"/>
              </a:solidFill>
            </a:endParaRPr>
          </a:p>
          <a:p>
            <a:r>
              <a:rPr lang="en-US" sz="1200">
                <a:solidFill>
                  <a:srgbClr val="CBD5E1"/>
                </a:solidFill>
              </a:rPr>
              <a:t>Hosts on the IT Staff and Infrastructure VLANs should have complete access to the rest of the network. They also have access to Web, Email, FTP and SSH servers on the internet.</a:t>
            </a:r>
            <a:br>
              <a:rPr lang="en-US" sz="1200"/>
            </a:br>
            <a:br>
              <a:rPr lang="en-US" sz="1200"/>
            </a:br>
            <a:r>
              <a:rPr lang="en-US" sz="1200">
                <a:solidFill>
                  <a:srgbClr val="CBD5E1"/>
                </a:solidFill>
              </a:rPr>
              <a:t>Implicit deny in ACLs blocks unauthorized internet access</a:t>
            </a:r>
          </a:p>
          <a:p>
            <a:pPr algn="ctr"/>
            <a:endParaRPr lang="en-US"/>
          </a:p>
        </p:txBody>
      </p:sp>
      <p:sp>
        <p:nvSpPr>
          <p:cNvPr id="294" name="Google Shape;294;p21"/>
          <p:cNvSpPr txBox="1"/>
          <p:nvPr/>
        </p:nvSpPr>
        <p:spPr>
          <a:xfrm>
            <a:off x="914400" y="457200"/>
            <a:ext cx="3524250" cy="2000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a:solidFill>
                  <a:srgbClr val="FFFFFF"/>
                </a:solidFill>
                <a:latin typeface="Rajdhani"/>
                <a:ea typeface="Rajdhani"/>
                <a:cs typeface="Rajdhani"/>
                <a:sym typeface="Rajdhani"/>
              </a:rPr>
              <a:t>CYBERDYNE SYSTEMS CORPORATION</a:t>
            </a:r>
            <a:endParaRPr/>
          </a:p>
        </p:txBody>
      </p:sp>
      <p:sp>
        <p:nvSpPr>
          <p:cNvPr id="295" name="Google Shape;295;p21"/>
          <p:cNvSpPr txBox="1"/>
          <p:nvPr/>
        </p:nvSpPr>
        <p:spPr>
          <a:xfrm>
            <a:off x="914400" y="657225"/>
            <a:ext cx="3524250" cy="171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64748B"/>
                </a:solidFill>
                <a:latin typeface="Space Grotesk"/>
                <a:ea typeface="Space Grotesk"/>
                <a:cs typeface="Space Grotesk"/>
                <a:sym typeface="Space Grotesk"/>
              </a:rPr>
              <a:t>SECTION 08 // NETWORK LAYER</a:t>
            </a:r>
            <a:endParaRPr/>
          </a:p>
        </p:txBody>
      </p:sp>
      <p:pic>
        <p:nvPicPr>
          <p:cNvPr id="3" name="Picture 2">
            <a:extLst>
              <a:ext uri="{FF2B5EF4-FFF2-40B4-BE49-F238E27FC236}">
                <a16:creationId xmlns:a16="http://schemas.microsoft.com/office/drawing/2014/main" id="{B8FA005E-2E58-FBF2-7720-4DE840E55676}"/>
              </a:ext>
            </a:extLst>
          </p:cNvPr>
          <p:cNvPicPr>
            <a:picLocks noChangeAspect="1"/>
          </p:cNvPicPr>
          <p:nvPr/>
        </p:nvPicPr>
        <p:blipFill>
          <a:blip r:embed="rId5"/>
          <a:stretch>
            <a:fillRect/>
          </a:stretch>
        </p:blipFill>
        <p:spPr>
          <a:xfrm>
            <a:off x="7237646" y="1127512"/>
            <a:ext cx="3589683" cy="4609171"/>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90D16"/>
        </a:solidFill>
        <a:effectLst/>
      </p:bgPr>
    </p:bg>
    <p:spTree>
      <p:nvGrpSpPr>
        <p:cNvPr id="1" name="Shape 299"/>
        <p:cNvGrpSpPr/>
        <p:nvPr/>
      </p:nvGrpSpPr>
      <p:grpSpPr>
        <a:xfrm>
          <a:off x="0" y="0"/>
          <a:ext cx="0" cy="0"/>
          <a:chOff x="0" y="0"/>
          <a:chExt cx="0" cy="0"/>
        </a:xfrm>
      </p:grpSpPr>
      <p:sp>
        <p:nvSpPr>
          <p:cNvPr id="300" name="Google Shape;300;p22"/>
          <p:cNvSpPr/>
          <p:nvPr/>
        </p:nvSpPr>
        <p:spPr>
          <a:xfrm>
            <a:off x="609600" y="6067425"/>
            <a:ext cx="10972800" cy="33337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01" name="Google Shape;301;p22"/>
          <p:cNvSpPr/>
          <p:nvPr/>
        </p:nvSpPr>
        <p:spPr>
          <a:xfrm>
            <a:off x="609600" y="2943225"/>
            <a:ext cx="5391150" cy="885825"/>
          </a:xfrm>
          <a:prstGeom prst="roundRect">
            <a:avLst>
              <a:gd name="adj" fmla="val 10752"/>
            </a:avLst>
          </a:prstGeom>
          <a:solidFill>
            <a:srgbClr val="0F172A"/>
          </a:solidFill>
          <a:ln w="9525" cap="flat" cmpd="sng">
            <a:solidFill>
              <a:srgbClr val="1E29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02" name="Google Shape;302;p22"/>
          <p:cNvSpPr/>
          <p:nvPr/>
        </p:nvSpPr>
        <p:spPr>
          <a:xfrm>
            <a:off x="605646" y="1864923"/>
            <a:ext cx="5391150" cy="885825"/>
          </a:xfrm>
          <a:prstGeom prst="roundRect">
            <a:avLst>
              <a:gd name="adj" fmla="val 10752"/>
            </a:avLst>
          </a:prstGeom>
          <a:solidFill>
            <a:srgbClr val="0F172A"/>
          </a:solidFill>
          <a:ln w="9525" cap="flat" cmpd="sng">
            <a:solidFill>
              <a:srgbClr val="1E29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03" name="Google Shape;303;p22"/>
          <p:cNvSpPr/>
          <p:nvPr/>
        </p:nvSpPr>
        <p:spPr>
          <a:xfrm>
            <a:off x="609600" y="4019550"/>
            <a:ext cx="5391150" cy="885825"/>
          </a:xfrm>
          <a:prstGeom prst="roundRect">
            <a:avLst>
              <a:gd name="adj" fmla="val 10752"/>
            </a:avLst>
          </a:prstGeom>
          <a:solidFill>
            <a:srgbClr val="0F172A"/>
          </a:solidFill>
          <a:ln w="9525" cap="flat" cmpd="sng">
            <a:solidFill>
              <a:srgbClr val="1E29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04" name="Google Shape;304;p22"/>
          <p:cNvSpPr/>
          <p:nvPr/>
        </p:nvSpPr>
        <p:spPr>
          <a:xfrm>
            <a:off x="591269" y="4997211"/>
            <a:ext cx="5391150" cy="885825"/>
          </a:xfrm>
          <a:prstGeom prst="roundRect">
            <a:avLst>
              <a:gd name="adj" fmla="val 10752"/>
            </a:avLst>
          </a:prstGeom>
          <a:solidFill>
            <a:srgbClr val="0F172A"/>
          </a:solidFill>
          <a:ln w="9525" cap="flat" cmpd="sng">
            <a:solidFill>
              <a:srgbClr val="1E29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05" name="Google Shape;305;p22"/>
          <p:cNvSpPr/>
          <p:nvPr/>
        </p:nvSpPr>
        <p:spPr>
          <a:xfrm>
            <a:off x="609600" y="6067425"/>
            <a:ext cx="10972800" cy="9525"/>
          </a:xfrm>
          <a:prstGeom prst="rect">
            <a:avLst/>
          </a:prstGeom>
          <a:solidFill>
            <a:srgbClr val="1E293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306" name="Google Shape;306;p22" descr="image.png"/>
          <p:cNvPicPr preferRelativeResize="0"/>
          <p:nvPr/>
        </p:nvPicPr>
        <p:blipFill rotWithShape="1">
          <a:blip r:embed="rId3">
            <a:alphaModFix/>
          </a:blip>
          <a:srcRect/>
          <a:stretch/>
        </p:blipFill>
        <p:spPr>
          <a:xfrm>
            <a:off x="609600" y="547687"/>
            <a:ext cx="238125" cy="190500"/>
          </a:xfrm>
          <a:prstGeom prst="rect">
            <a:avLst/>
          </a:prstGeom>
          <a:noFill/>
          <a:ln>
            <a:noFill/>
          </a:ln>
        </p:spPr>
      </p:pic>
      <p:pic>
        <p:nvPicPr>
          <p:cNvPr id="307" name="Google Shape;307;p22" descr="image.png"/>
          <p:cNvPicPr preferRelativeResize="0"/>
          <p:nvPr/>
        </p:nvPicPr>
        <p:blipFill rotWithShape="1">
          <a:blip r:embed="rId4">
            <a:alphaModFix/>
          </a:blip>
          <a:srcRect/>
          <a:stretch/>
        </p:blipFill>
        <p:spPr>
          <a:xfrm>
            <a:off x="809625" y="3252787"/>
            <a:ext cx="266700" cy="266700"/>
          </a:xfrm>
          <a:prstGeom prst="rect">
            <a:avLst/>
          </a:prstGeom>
          <a:noFill/>
          <a:ln>
            <a:noFill/>
          </a:ln>
        </p:spPr>
      </p:pic>
      <p:pic>
        <p:nvPicPr>
          <p:cNvPr id="308" name="Google Shape;308;p22" descr="image.png"/>
          <p:cNvPicPr preferRelativeResize="0"/>
          <p:nvPr/>
        </p:nvPicPr>
        <p:blipFill rotWithShape="1">
          <a:blip r:embed="rId5">
            <a:alphaModFix/>
          </a:blip>
          <a:srcRect/>
          <a:stretch/>
        </p:blipFill>
        <p:spPr>
          <a:xfrm>
            <a:off x="805671" y="2174485"/>
            <a:ext cx="266700" cy="266700"/>
          </a:xfrm>
          <a:prstGeom prst="rect">
            <a:avLst/>
          </a:prstGeom>
          <a:noFill/>
          <a:ln>
            <a:noFill/>
          </a:ln>
        </p:spPr>
      </p:pic>
      <p:pic>
        <p:nvPicPr>
          <p:cNvPr id="309" name="Google Shape;309;p22" descr="image.png"/>
          <p:cNvPicPr preferRelativeResize="0"/>
          <p:nvPr/>
        </p:nvPicPr>
        <p:blipFill rotWithShape="1">
          <a:blip r:embed="rId6">
            <a:alphaModFix/>
          </a:blip>
          <a:srcRect/>
          <a:stretch/>
        </p:blipFill>
        <p:spPr>
          <a:xfrm>
            <a:off x="809625" y="4329112"/>
            <a:ext cx="333375" cy="266700"/>
          </a:xfrm>
          <a:prstGeom prst="rect">
            <a:avLst/>
          </a:prstGeom>
          <a:noFill/>
          <a:ln>
            <a:noFill/>
          </a:ln>
        </p:spPr>
      </p:pic>
      <p:pic>
        <p:nvPicPr>
          <p:cNvPr id="310" name="Google Shape;310;p22" descr="image.png"/>
          <p:cNvPicPr preferRelativeResize="0"/>
          <p:nvPr/>
        </p:nvPicPr>
        <p:blipFill rotWithShape="1">
          <a:blip r:embed="rId7">
            <a:alphaModFix/>
          </a:blip>
          <a:srcRect/>
          <a:stretch/>
        </p:blipFill>
        <p:spPr>
          <a:xfrm>
            <a:off x="791294" y="5306773"/>
            <a:ext cx="266700" cy="266700"/>
          </a:xfrm>
          <a:prstGeom prst="rect">
            <a:avLst/>
          </a:prstGeom>
          <a:noFill/>
          <a:ln>
            <a:noFill/>
          </a:ln>
        </p:spPr>
      </p:pic>
      <p:pic>
        <p:nvPicPr>
          <p:cNvPr id="311" name="Google Shape;311;p22" descr="image.png"/>
          <p:cNvPicPr preferRelativeResize="0"/>
          <p:nvPr/>
        </p:nvPicPr>
        <p:blipFill rotWithShape="1">
          <a:blip r:embed="rId8">
            <a:alphaModFix/>
          </a:blip>
          <a:srcRect/>
          <a:stretch/>
        </p:blipFill>
        <p:spPr>
          <a:xfrm>
            <a:off x="10420350" y="6248400"/>
            <a:ext cx="133350" cy="133350"/>
          </a:xfrm>
          <a:prstGeom prst="rect">
            <a:avLst/>
          </a:prstGeom>
          <a:noFill/>
          <a:ln>
            <a:noFill/>
          </a:ln>
        </p:spPr>
      </p:pic>
      <p:sp>
        <p:nvSpPr>
          <p:cNvPr id="312" name="Google Shape;312;p22"/>
          <p:cNvSpPr txBox="1"/>
          <p:nvPr/>
        </p:nvSpPr>
        <p:spPr>
          <a:xfrm>
            <a:off x="11096625" y="557212"/>
            <a:ext cx="771525" cy="171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a:solidFill>
                  <a:srgbClr val="38BDF8"/>
                </a:solidFill>
                <a:latin typeface="Rajdhani"/>
                <a:ea typeface="Rajdhani"/>
                <a:cs typeface="Rajdhani"/>
                <a:sym typeface="Rajdhani"/>
              </a:rPr>
              <a:t>SLIDE 09</a:t>
            </a:r>
            <a:endParaRPr/>
          </a:p>
        </p:txBody>
      </p:sp>
      <p:sp>
        <p:nvSpPr>
          <p:cNvPr id="313" name="Google Shape;313;p22"/>
          <p:cNvSpPr txBox="1"/>
          <p:nvPr/>
        </p:nvSpPr>
        <p:spPr>
          <a:xfrm>
            <a:off x="609600" y="1143000"/>
            <a:ext cx="11582400" cy="171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a:solidFill>
                  <a:srgbClr val="38BDF8"/>
                </a:solidFill>
                <a:latin typeface="Rajdhani"/>
                <a:ea typeface="Rajdhani"/>
                <a:cs typeface="Rajdhani"/>
                <a:sym typeface="Rajdhani"/>
              </a:rPr>
              <a:t>INFRASTRUCTURE SERVICES</a:t>
            </a:r>
            <a:endParaRPr/>
          </a:p>
        </p:txBody>
      </p:sp>
      <p:sp>
        <p:nvSpPr>
          <p:cNvPr id="314" name="Google Shape;314;p22"/>
          <p:cNvSpPr txBox="1"/>
          <p:nvPr/>
        </p:nvSpPr>
        <p:spPr>
          <a:xfrm>
            <a:off x="609600" y="1352550"/>
            <a:ext cx="11582400" cy="428625"/>
          </a:xfrm>
          <a:prstGeom prst="rect">
            <a:avLst/>
          </a:prstGeom>
          <a:noFill/>
          <a:ln>
            <a:noFill/>
          </a:ln>
        </p:spPr>
        <p:txBody>
          <a:bodyPr spcFirstLastPara="1" wrap="square" lIns="0" tIns="0" rIns="0" bIns="0" anchor="t" anchorCtr="0">
            <a:spAutoFit/>
          </a:bodyPr>
          <a:lstStyle/>
          <a:p>
            <a:r>
              <a:rPr lang="en-US" sz="2700" b="1" i="0" u="none" strike="noStrike" cap="none">
                <a:solidFill>
                  <a:srgbClr val="FFFFFF"/>
                </a:solidFill>
                <a:latin typeface="Rajdhani"/>
                <a:ea typeface="Rajdhani"/>
                <a:cs typeface="Rajdhani"/>
                <a:sym typeface="Rajdhani"/>
              </a:rPr>
              <a:t>NETWORK SERVICES &amp; </a:t>
            </a:r>
            <a:r>
              <a:rPr lang="en-US" sz="2700" b="1">
                <a:solidFill>
                  <a:srgbClr val="FFFFFF"/>
                </a:solidFill>
                <a:latin typeface="Rajdhani"/>
                <a:ea typeface="Rajdhani"/>
                <a:cs typeface="Rajdhani"/>
                <a:sym typeface="Rajdhani"/>
              </a:rPr>
              <a:t>INTEGRATION (REQ. 9)</a:t>
            </a:r>
            <a:endParaRPr/>
          </a:p>
        </p:txBody>
      </p:sp>
      <p:sp>
        <p:nvSpPr>
          <p:cNvPr id="315" name="Google Shape;315;p22"/>
          <p:cNvSpPr txBox="1"/>
          <p:nvPr/>
        </p:nvSpPr>
        <p:spPr>
          <a:xfrm>
            <a:off x="609600" y="6229350"/>
            <a:ext cx="3750468" cy="171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64748B"/>
                </a:solidFill>
                <a:latin typeface="Space Grotesk"/>
                <a:ea typeface="Space Grotesk"/>
                <a:cs typeface="Space Grotesk"/>
                <a:sym typeface="Space Grotesk"/>
              </a:rPr>
              <a:t>© Cyberdyne Systems Inc. All Rights Reserved.</a:t>
            </a:r>
            <a:endParaRPr/>
          </a:p>
        </p:txBody>
      </p:sp>
      <p:sp>
        <p:nvSpPr>
          <p:cNvPr id="316" name="Google Shape;316;p22"/>
          <p:cNvSpPr txBox="1"/>
          <p:nvPr/>
        </p:nvSpPr>
        <p:spPr>
          <a:xfrm>
            <a:off x="10420350" y="6229350"/>
            <a:ext cx="1452562" cy="171450"/>
          </a:xfrm>
          <a:prstGeom prst="rect">
            <a:avLst/>
          </a:prstGeom>
          <a:noFill/>
          <a:ln>
            <a:noFill/>
          </a:ln>
        </p:spPr>
        <p:txBody>
          <a:bodyPr spcFirstLastPara="1" wrap="square" lIns="190500" tIns="0" rIns="0" bIns="0" anchor="t" anchorCtr="0">
            <a:spAutoFit/>
          </a:bodyPr>
          <a:lstStyle/>
          <a:p>
            <a:pPr marL="0" marR="0" lvl="0" indent="0" algn="l" rtl="0">
              <a:spcBef>
                <a:spcPts val="0"/>
              </a:spcBef>
              <a:spcAft>
                <a:spcPts val="0"/>
              </a:spcAft>
              <a:buNone/>
            </a:pPr>
            <a:r>
              <a:rPr lang="en-US" sz="1050" b="0" i="0" u="none" strike="noStrike" cap="none">
                <a:solidFill>
                  <a:srgbClr val="64748B"/>
                </a:solidFill>
                <a:latin typeface="Space Grotesk"/>
                <a:ea typeface="Space Grotesk"/>
                <a:cs typeface="Space Grotesk"/>
                <a:sym typeface="Space Grotesk"/>
              </a:rPr>
              <a:t>Services Active</a:t>
            </a:r>
            <a:endParaRPr/>
          </a:p>
        </p:txBody>
      </p:sp>
      <p:sp>
        <p:nvSpPr>
          <p:cNvPr id="317" name="Google Shape;317;p22"/>
          <p:cNvSpPr txBox="1"/>
          <p:nvPr/>
        </p:nvSpPr>
        <p:spPr>
          <a:xfrm>
            <a:off x="962025" y="457200"/>
            <a:ext cx="3524250" cy="2000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a:solidFill>
                  <a:srgbClr val="FFFFFF"/>
                </a:solidFill>
                <a:latin typeface="Rajdhani"/>
                <a:ea typeface="Rajdhani"/>
                <a:cs typeface="Rajdhani"/>
                <a:sym typeface="Rajdhani"/>
              </a:rPr>
              <a:t>CYBERDYNE SYSTEMS CORPORATION</a:t>
            </a:r>
            <a:endParaRPr/>
          </a:p>
        </p:txBody>
      </p:sp>
      <p:sp>
        <p:nvSpPr>
          <p:cNvPr id="318" name="Google Shape;318;p22"/>
          <p:cNvSpPr txBox="1"/>
          <p:nvPr/>
        </p:nvSpPr>
        <p:spPr>
          <a:xfrm>
            <a:off x="962025" y="657225"/>
            <a:ext cx="3524250" cy="171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64748B"/>
                </a:solidFill>
                <a:latin typeface="Space Grotesk"/>
                <a:ea typeface="Space Grotesk"/>
                <a:cs typeface="Space Grotesk"/>
                <a:sym typeface="Space Grotesk"/>
              </a:rPr>
              <a:t>SECTION 09 // CORE SERVICES</a:t>
            </a:r>
            <a:endParaRPr/>
          </a:p>
        </p:txBody>
      </p:sp>
      <p:sp>
        <p:nvSpPr>
          <p:cNvPr id="319" name="Google Shape;319;p22"/>
          <p:cNvSpPr txBox="1"/>
          <p:nvPr/>
        </p:nvSpPr>
        <p:spPr>
          <a:xfrm>
            <a:off x="1228725" y="3143250"/>
            <a:ext cx="5588198" cy="230832"/>
          </a:xfrm>
          <a:prstGeom prst="rect">
            <a:avLst/>
          </a:prstGeom>
          <a:noFill/>
          <a:ln>
            <a:noFill/>
          </a:ln>
        </p:spPr>
        <p:txBody>
          <a:bodyPr spcFirstLastPara="1" wrap="square" lIns="0" tIns="0" rIns="0" bIns="0" anchor="t" anchorCtr="0">
            <a:spAutoFit/>
          </a:bodyPr>
          <a:lstStyle/>
          <a:p>
            <a:r>
              <a:rPr lang="en-US" sz="1500" b="1" i="0" u="none" strike="noStrike" cap="none">
                <a:solidFill>
                  <a:srgbClr val="FFFFFF"/>
                </a:solidFill>
                <a:latin typeface="Rajdhani"/>
                <a:ea typeface="Rajdhani"/>
                <a:cs typeface="Rajdhani"/>
                <a:sym typeface="Rajdhani"/>
              </a:rPr>
              <a:t>DNS </a:t>
            </a:r>
            <a:r>
              <a:rPr lang="en-US" sz="1500" b="1">
                <a:solidFill>
                  <a:srgbClr val="FFFFFF"/>
                </a:solidFill>
                <a:latin typeface="Rajdhani"/>
                <a:ea typeface="Rajdhani"/>
                <a:cs typeface="Rajdhani"/>
                <a:sym typeface="Rajdhani"/>
              </a:rPr>
              <a:t>Server on AD/NPS</a:t>
            </a:r>
            <a:endParaRPr/>
          </a:p>
        </p:txBody>
      </p:sp>
      <p:sp>
        <p:nvSpPr>
          <p:cNvPr id="320" name="Google Shape;320;p22"/>
          <p:cNvSpPr txBox="1"/>
          <p:nvPr/>
        </p:nvSpPr>
        <p:spPr>
          <a:xfrm>
            <a:off x="1228725" y="3429000"/>
            <a:ext cx="5322093" cy="2000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0" u="none" strike="noStrike" cap="none">
                <a:solidFill>
                  <a:srgbClr val="CBD5E1"/>
                </a:solidFill>
                <a:latin typeface="Space Grotesk"/>
                <a:ea typeface="Space Grotesk"/>
                <a:cs typeface="Space Grotesk"/>
                <a:sym typeface="Space Grotesk"/>
              </a:rPr>
              <a:t>Encrypted DNS-over-HTTPS with localized memory cache.</a:t>
            </a:r>
            <a:endParaRPr/>
          </a:p>
        </p:txBody>
      </p:sp>
      <p:sp>
        <p:nvSpPr>
          <p:cNvPr id="321" name="Google Shape;321;p22"/>
          <p:cNvSpPr txBox="1"/>
          <p:nvPr/>
        </p:nvSpPr>
        <p:spPr>
          <a:xfrm>
            <a:off x="1224771" y="2064948"/>
            <a:ext cx="4363045" cy="230832"/>
          </a:xfrm>
          <a:prstGeom prst="rect">
            <a:avLst/>
          </a:prstGeom>
          <a:noFill/>
          <a:ln>
            <a:noFill/>
          </a:ln>
        </p:spPr>
        <p:txBody>
          <a:bodyPr spcFirstLastPara="1" wrap="square" lIns="0" tIns="0" rIns="0" bIns="0" anchor="t" anchorCtr="0">
            <a:spAutoFit/>
          </a:bodyPr>
          <a:lstStyle/>
          <a:p>
            <a:r>
              <a:rPr lang="en-US" sz="1500" b="1">
                <a:solidFill>
                  <a:srgbClr val="FFFFFF"/>
                </a:solidFill>
                <a:latin typeface="Rajdhani"/>
                <a:cs typeface="Rajdhani"/>
                <a:sym typeface="Rajdhani"/>
              </a:rPr>
              <a:t>NTP configured on AD/NPS</a:t>
            </a:r>
            <a:endParaRPr lang="en-US" sz="1500" b="1">
              <a:solidFill>
                <a:srgbClr val="FFFFFF"/>
              </a:solidFill>
              <a:latin typeface="Rajdhani"/>
              <a:cs typeface="Rajdhani"/>
            </a:endParaRPr>
          </a:p>
        </p:txBody>
      </p:sp>
      <p:sp>
        <p:nvSpPr>
          <p:cNvPr id="322" name="Google Shape;322;p22"/>
          <p:cNvSpPr txBox="1"/>
          <p:nvPr/>
        </p:nvSpPr>
        <p:spPr>
          <a:xfrm>
            <a:off x="1224771" y="2350698"/>
            <a:ext cx="4155281" cy="2000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0" u="none" strike="noStrike" cap="none">
                <a:solidFill>
                  <a:srgbClr val="CBD5E1"/>
                </a:solidFill>
                <a:latin typeface="Space Grotesk"/>
                <a:ea typeface="Space Grotesk"/>
                <a:cs typeface="Space Grotesk"/>
                <a:sym typeface="Space Grotesk"/>
              </a:rPr>
              <a:t>Atomic clock synchronization for all subnets.</a:t>
            </a:r>
            <a:endParaRPr/>
          </a:p>
        </p:txBody>
      </p:sp>
      <p:sp>
        <p:nvSpPr>
          <p:cNvPr id="323" name="Google Shape;323;p22"/>
          <p:cNvSpPr txBox="1"/>
          <p:nvPr/>
        </p:nvSpPr>
        <p:spPr>
          <a:xfrm>
            <a:off x="1295400" y="4219575"/>
            <a:ext cx="4200525" cy="230832"/>
          </a:xfrm>
          <a:prstGeom prst="rect">
            <a:avLst/>
          </a:prstGeom>
          <a:noFill/>
          <a:ln>
            <a:noFill/>
          </a:ln>
        </p:spPr>
        <p:txBody>
          <a:bodyPr spcFirstLastPara="1" wrap="square" lIns="0" tIns="0" rIns="0" bIns="0" anchor="t" anchorCtr="0">
            <a:spAutoFit/>
          </a:bodyPr>
          <a:lstStyle/>
          <a:p>
            <a:r>
              <a:rPr lang="en-US" sz="1500" b="1" i="0" u="none" strike="noStrike" cap="none">
                <a:solidFill>
                  <a:srgbClr val="FFFFFF"/>
                </a:solidFill>
                <a:latin typeface="Rajdhani"/>
                <a:ea typeface="Rajdhani"/>
                <a:cs typeface="Rajdhani"/>
                <a:sym typeface="Rajdhani"/>
              </a:rPr>
              <a:t>DHCP </a:t>
            </a:r>
            <a:r>
              <a:rPr lang="en-US" sz="1500" b="1">
                <a:solidFill>
                  <a:srgbClr val="FFFFFF"/>
                </a:solidFill>
                <a:latin typeface="Rajdhani"/>
                <a:ea typeface="Rajdhani"/>
                <a:cs typeface="Rajdhani"/>
                <a:sym typeface="Rajdhani"/>
              </a:rPr>
              <a:t>Server configured on CBR-GW</a:t>
            </a:r>
            <a:endParaRPr/>
          </a:p>
        </p:txBody>
      </p:sp>
      <p:sp>
        <p:nvSpPr>
          <p:cNvPr id="324" name="Google Shape;324;p22"/>
          <p:cNvSpPr txBox="1"/>
          <p:nvPr/>
        </p:nvSpPr>
        <p:spPr>
          <a:xfrm>
            <a:off x="1295400" y="4505325"/>
            <a:ext cx="4000500" cy="2000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0" u="none" strike="noStrike" cap="none">
                <a:solidFill>
                  <a:srgbClr val="CBD5E1"/>
                </a:solidFill>
                <a:latin typeface="Space Grotesk"/>
                <a:ea typeface="Space Grotesk"/>
                <a:cs typeface="Space Grotesk"/>
                <a:sym typeface="Space Grotesk"/>
              </a:rPr>
              <a:t>High-availability IP address allocation mesh.</a:t>
            </a:r>
            <a:endParaRPr/>
          </a:p>
        </p:txBody>
      </p:sp>
      <p:sp>
        <p:nvSpPr>
          <p:cNvPr id="325" name="Google Shape;325;p22"/>
          <p:cNvSpPr txBox="1"/>
          <p:nvPr/>
        </p:nvSpPr>
        <p:spPr>
          <a:xfrm>
            <a:off x="1210394" y="5197236"/>
            <a:ext cx="4538067" cy="230832"/>
          </a:xfrm>
          <a:prstGeom prst="rect">
            <a:avLst/>
          </a:prstGeom>
          <a:noFill/>
          <a:ln>
            <a:noFill/>
          </a:ln>
        </p:spPr>
        <p:txBody>
          <a:bodyPr spcFirstLastPara="1" wrap="square" lIns="0" tIns="0" rIns="0" bIns="0" anchor="t" anchorCtr="0">
            <a:spAutoFit/>
          </a:bodyPr>
          <a:lstStyle/>
          <a:p>
            <a:r>
              <a:rPr lang="en-US" sz="1500" b="1">
                <a:solidFill>
                  <a:srgbClr val="FFFFFF"/>
                </a:solidFill>
                <a:latin typeface="Rajdhani"/>
                <a:cs typeface="Rajdhani"/>
                <a:sym typeface="Rajdhani"/>
              </a:rPr>
              <a:t>IIS Web Server on AD/NPS</a:t>
            </a:r>
            <a:endParaRPr lang="en-US"/>
          </a:p>
        </p:txBody>
      </p:sp>
      <p:sp>
        <p:nvSpPr>
          <p:cNvPr id="326" name="Google Shape;326;p22"/>
          <p:cNvSpPr txBox="1"/>
          <p:nvPr/>
        </p:nvSpPr>
        <p:spPr>
          <a:xfrm>
            <a:off x="1210394" y="5482986"/>
            <a:ext cx="4321968" cy="184666"/>
          </a:xfrm>
          <a:prstGeom prst="rect">
            <a:avLst/>
          </a:prstGeom>
          <a:noFill/>
          <a:ln>
            <a:noFill/>
          </a:ln>
        </p:spPr>
        <p:txBody>
          <a:bodyPr spcFirstLastPara="1" wrap="square" lIns="0" tIns="0" rIns="0" bIns="0" anchor="t" anchorCtr="0">
            <a:spAutoFit/>
          </a:bodyPr>
          <a:lstStyle/>
          <a:p>
            <a:r>
              <a:rPr lang="en-US" sz="1200">
                <a:solidFill>
                  <a:srgbClr val="CBD5E1"/>
                </a:solidFill>
                <a:ea typeface="Space Grotesk"/>
                <a:sym typeface="Space Grotesk"/>
              </a:rPr>
              <a:t>Host and manage websites, web applications, and APIs</a:t>
            </a:r>
            <a:r>
              <a:rPr lang="en-US" sz="1200" b="0" i="0" u="none" strike="noStrike" cap="none">
                <a:solidFill>
                  <a:srgbClr val="CBD5E1"/>
                </a:solidFill>
                <a:ea typeface="Space Grotesk"/>
                <a:sym typeface="Space Grotesk"/>
              </a:rPr>
              <a:t>.</a:t>
            </a:r>
            <a:endParaRPr lang="en-US"/>
          </a:p>
        </p:txBody>
      </p:sp>
      <p:sp>
        <p:nvSpPr>
          <p:cNvPr id="2" name="Google Shape;304;p22">
            <a:extLst>
              <a:ext uri="{FF2B5EF4-FFF2-40B4-BE49-F238E27FC236}">
                <a16:creationId xmlns:a16="http://schemas.microsoft.com/office/drawing/2014/main" id="{04CE08A3-9A9E-9700-66ED-6C90D6CC184D}"/>
              </a:ext>
            </a:extLst>
          </p:cNvPr>
          <p:cNvSpPr/>
          <p:nvPr/>
        </p:nvSpPr>
        <p:spPr>
          <a:xfrm>
            <a:off x="6421287" y="5011586"/>
            <a:ext cx="5391150" cy="885825"/>
          </a:xfrm>
          <a:prstGeom prst="roundRect">
            <a:avLst>
              <a:gd name="adj" fmla="val 10752"/>
            </a:avLst>
          </a:prstGeom>
          <a:solidFill>
            <a:srgbClr val="0F172A"/>
          </a:solidFill>
          <a:ln w="9525" cap="flat" cmpd="sng">
            <a:solidFill>
              <a:srgbClr val="1E29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 name="Google Shape;325;p22">
            <a:extLst>
              <a:ext uri="{FF2B5EF4-FFF2-40B4-BE49-F238E27FC236}">
                <a16:creationId xmlns:a16="http://schemas.microsoft.com/office/drawing/2014/main" id="{7CEBEAAA-681B-8490-DB81-D0D54ACC9BC3}"/>
              </a:ext>
            </a:extLst>
          </p:cNvPr>
          <p:cNvSpPr txBox="1"/>
          <p:nvPr/>
        </p:nvSpPr>
        <p:spPr>
          <a:xfrm>
            <a:off x="7040412" y="5211611"/>
            <a:ext cx="4538067" cy="230832"/>
          </a:xfrm>
          <a:prstGeom prst="rect">
            <a:avLst/>
          </a:prstGeom>
          <a:noFill/>
          <a:ln>
            <a:noFill/>
          </a:ln>
        </p:spPr>
        <p:txBody>
          <a:bodyPr spcFirstLastPara="1" wrap="square" lIns="0" tIns="0" rIns="0" bIns="0" anchor="t" anchorCtr="0">
            <a:spAutoFit/>
          </a:bodyPr>
          <a:lstStyle/>
          <a:p>
            <a:r>
              <a:rPr lang="en-US" sz="1500" b="1" err="1">
                <a:solidFill>
                  <a:srgbClr val="FFFFFF"/>
                </a:solidFill>
                <a:latin typeface="Rajdhani"/>
                <a:cs typeface="Rajdhani"/>
                <a:sym typeface="Rajdhani"/>
              </a:rPr>
              <a:t>LibreNMS</a:t>
            </a:r>
            <a:r>
              <a:rPr lang="en-US" sz="1500" b="1">
                <a:solidFill>
                  <a:srgbClr val="FFFFFF"/>
                </a:solidFill>
                <a:latin typeface="Rajdhani"/>
                <a:cs typeface="Rajdhani"/>
                <a:sym typeface="Rajdhani"/>
              </a:rPr>
              <a:t> Server</a:t>
            </a:r>
            <a:endParaRPr lang="en-US"/>
          </a:p>
        </p:txBody>
      </p:sp>
      <p:sp>
        <p:nvSpPr>
          <p:cNvPr id="4" name="Google Shape;326;p22">
            <a:extLst>
              <a:ext uri="{FF2B5EF4-FFF2-40B4-BE49-F238E27FC236}">
                <a16:creationId xmlns:a16="http://schemas.microsoft.com/office/drawing/2014/main" id="{AA4C90E4-F044-AB37-D77E-642435E016C7}"/>
              </a:ext>
            </a:extLst>
          </p:cNvPr>
          <p:cNvSpPr txBox="1"/>
          <p:nvPr/>
        </p:nvSpPr>
        <p:spPr>
          <a:xfrm>
            <a:off x="7040412" y="5497361"/>
            <a:ext cx="4321968" cy="369332"/>
          </a:xfrm>
          <a:prstGeom prst="rect">
            <a:avLst/>
          </a:prstGeom>
          <a:noFill/>
          <a:ln>
            <a:noFill/>
          </a:ln>
        </p:spPr>
        <p:txBody>
          <a:bodyPr spcFirstLastPara="1" wrap="square" lIns="0" tIns="0" rIns="0" bIns="0" anchor="t" anchorCtr="0">
            <a:spAutoFit/>
          </a:bodyPr>
          <a:lstStyle/>
          <a:p>
            <a:r>
              <a:rPr lang="en-US" sz="1200">
                <a:solidFill>
                  <a:srgbClr val="CBD5E1"/>
                </a:solidFill>
                <a:ea typeface="Space Grotesk"/>
                <a:sym typeface="Space Grotesk"/>
              </a:rPr>
              <a:t>Centrally collect, monitor, and manage data from networked devices like routers, switches, and servers</a:t>
            </a:r>
            <a:r>
              <a:rPr lang="en-US" sz="1200" b="0" i="0" u="none" strike="noStrike" cap="none">
                <a:solidFill>
                  <a:srgbClr val="CBD5E1"/>
                </a:solidFill>
                <a:ea typeface="Space Grotesk"/>
                <a:sym typeface="Space Grotesk"/>
              </a:rPr>
              <a:t>.</a:t>
            </a:r>
            <a:endParaRPr lang="en-US"/>
          </a:p>
        </p:txBody>
      </p:sp>
      <p:pic>
        <p:nvPicPr>
          <p:cNvPr id="5" name="Picture 4">
            <a:extLst>
              <a:ext uri="{FF2B5EF4-FFF2-40B4-BE49-F238E27FC236}">
                <a16:creationId xmlns:a16="http://schemas.microsoft.com/office/drawing/2014/main" id="{A2CFF503-C851-8C81-3580-100648B41AB5}"/>
              </a:ext>
            </a:extLst>
          </p:cNvPr>
          <p:cNvPicPr>
            <a:picLocks noChangeAspect="1"/>
          </p:cNvPicPr>
          <p:nvPr/>
        </p:nvPicPr>
        <p:blipFill>
          <a:blip r:embed="rId9"/>
          <a:stretch>
            <a:fillRect/>
          </a:stretch>
        </p:blipFill>
        <p:spPr>
          <a:xfrm>
            <a:off x="6800490" y="2067767"/>
            <a:ext cx="4564812" cy="2348652"/>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90D16"/>
        </a:solidFill>
        <a:effectLst/>
      </p:bgPr>
    </p:bg>
    <p:spTree>
      <p:nvGrpSpPr>
        <p:cNvPr id="1" name="Shape 330"/>
        <p:cNvGrpSpPr/>
        <p:nvPr/>
      </p:nvGrpSpPr>
      <p:grpSpPr>
        <a:xfrm>
          <a:off x="0" y="0"/>
          <a:ext cx="0" cy="0"/>
          <a:chOff x="0" y="0"/>
          <a:chExt cx="0" cy="0"/>
        </a:xfrm>
      </p:grpSpPr>
      <p:sp>
        <p:nvSpPr>
          <p:cNvPr id="331" name="Google Shape;331;p23"/>
          <p:cNvSpPr/>
          <p:nvPr/>
        </p:nvSpPr>
        <p:spPr>
          <a:xfrm>
            <a:off x="609600" y="6067425"/>
            <a:ext cx="10972800" cy="33337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34" name="Google Shape;334;p23"/>
          <p:cNvSpPr/>
          <p:nvPr/>
        </p:nvSpPr>
        <p:spPr>
          <a:xfrm>
            <a:off x="609600" y="6067425"/>
            <a:ext cx="10972800" cy="9525"/>
          </a:xfrm>
          <a:prstGeom prst="rect">
            <a:avLst/>
          </a:prstGeom>
          <a:solidFill>
            <a:srgbClr val="1E293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335" name="Google Shape;335;p23" descr="image.png"/>
          <p:cNvPicPr preferRelativeResize="0"/>
          <p:nvPr/>
        </p:nvPicPr>
        <p:blipFill rotWithShape="1">
          <a:blip r:embed="rId3">
            <a:alphaModFix/>
          </a:blip>
          <a:srcRect/>
          <a:stretch/>
        </p:blipFill>
        <p:spPr>
          <a:xfrm>
            <a:off x="609600" y="547687"/>
            <a:ext cx="190500" cy="190500"/>
          </a:xfrm>
          <a:prstGeom prst="rect">
            <a:avLst/>
          </a:prstGeom>
          <a:noFill/>
          <a:ln>
            <a:noFill/>
          </a:ln>
        </p:spPr>
      </p:pic>
      <p:pic>
        <p:nvPicPr>
          <p:cNvPr id="336" name="Google Shape;336;p23" descr="image.png"/>
          <p:cNvPicPr preferRelativeResize="0"/>
          <p:nvPr/>
        </p:nvPicPr>
        <p:blipFill rotWithShape="1">
          <a:blip r:embed="rId4">
            <a:alphaModFix/>
          </a:blip>
          <a:srcRect/>
          <a:stretch/>
        </p:blipFill>
        <p:spPr>
          <a:xfrm>
            <a:off x="10039350" y="6248400"/>
            <a:ext cx="133350" cy="133350"/>
          </a:xfrm>
          <a:prstGeom prst="rect">
            <a:avLst/>
          </a:prstGeom>
          <a:noFill/>
          <a:ln>
            <a:noFill/>
          </a:ln>
        </p:spPr>
      </p:pic>
      <p:sp>
        <p:nvSpPr>
          <p:cNvPr id="339" name="Google Shape;339;p23"/>
          <p:cNvSpPr txBox="1"/>
          <p:nvPr/>
        </p:nvSpPr>
        <p:spPr>
          <a:xfrm>
            <a:off x="11115675" y="557212"/>
            <a:ext cx="752475" cy="171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a:solidFill>
                  <a:srgbClr val="38BDF8"/>
                </a:solidFill>
                <a:latin typeface="Rajdhani"/>
                <a:ea typeface="Rajdhani"/>
                <a:cs typeface="Rajdhani"/>
                <a:sym typeface="Rajdhani"/>
              </a:rPr>
              <a:t>SLIDE 10</a:t>
            </a:r>
            <a:endParaRPr/>
          </a:p>
        </p:txBody>
      </p:sp>
      <p:sp>
        <p:nvSpPr>
          <p:cNvPr id="340" name="Google Shape;340;p23"/>
          <p:cNvSpPr txBox="1"/>
          <p:nvPr/>
        </p:nvSpPr>
        <p:spPr>
          <a:xfrm>
            <a:off x="609600" y="1143000"/>
            <a:ext cx="11582400" cy="171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a:solidFill>
                  <a:srgbClr val="38BDF8"/>
                </a:solidFill>
                <a:latin typeface="Rajdhani"/>
                <a:ea typeface="Rajdhani"/>
                <a:cs typeface="Rajdhani"/>
                <a:sym typeface="Rajdhani"/>
              </a:rPr>
              <a:t>PERIMETER ARCHITECTURE</a:t>
            </a:r>
            <a:endParaRPr/>
          </a:p>
        </p:txBody>
      </p:sp>
      <p:sp>
        <p:nvSpPr>
          <p:cNvPr id="341" name="Google Shape;341;p23"/>
          <p:cNvSpPr txBox="1"/>
          <p:nvPr/>
        </p:nvSpPr>
        <p:spPr>
          <a:xfrm>
            <a:off x="609600" y="1352550"/>
            <a:ext cx="11582400" cy="428625"/>
          </a:xfrm>
          <a:prstGeom prst="rect">
            <a:avLst/>
          </a:prstGeom>
          <a:noFill/>
          <a:ln>
            <a:noFill/>
          </a:ln>
        </p:spPr>
        <p:txBody>
          <a:bodyPr spcFirstLastPara="1" wrap="square" lIns="0" tIns="0" rIns="0" bIns="0" anchor="t" anchorCtr="0">
            <a:spAutoFit/>
          </a:bodyPr>
          <a:lstStyle/>
          <a:p>
            <a:r>
              <a:rPr lang="en-US" sz="2700" b="1" i="0" u="none" strike="noStrike" cap="none">
                <a:solidFill>
                  <a:srgbClr val="FFFFFF"/>
                </a:solidFill>
                <a:latin typeface="Rajdhani"/>
                <a:ea typeface="Rajdhani"/>
                <a:cs typeface="Rajdhani"/>
                <a:sym typeface="Rajdhani"/>
              </a:rPr>
              <a:t>INTERNET &amp; INTRANET </a:t>
            </a:r>
            <a:r>
              <a:rPr lang="en-US" sz="2700" b="1">
                <a:solidFill>
                  <a:srgbClr val="FFFFFF"/>
                </a:solidFill>
                <a:latin typeface="Rajdhani"/>
                <a:ea typeface="Rajdhani"/>
                <a:cs typeface="Rajdhani"/>
                <a:sym typeface="Rajdhani"/>
              </a:rPr>
              <a:t>SIMULATION (REQ. 10)</a:t>
            </a:r>
            <a:endParaRPr/>
          </a:p>
        </p:txBody>
      </p:sp>
      <p:sp>
        <p:nvSpPr>
          <p:cNvPr id="342" name="Google Shape;342;p23"/>
          <p:cNvSpPr txBox="1"/>
          <p:nvPr/>
        </p:nvSpPr>
        <p:spPr>
          <a:xfrm>
            <a:off x="609600" y="6229350"/>
            <a:ext cx="3750468" cy="171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64748B"/>
                </a:solidFill>
                <a:latin typeface="Space Grotesk"/>
                <a:ea typeface="Space Grotesk"/>
                <a:cs typeface="Space Grotesk"/>
                <a:sym typeface="Space Grotesk"/>
              </a:rPr>
              <a:t>© Cyberdyne Systems Inc. All Rights Reserved.</a:t>
            </a:r>
            <a:endParaRPr/>
          </a:p>
        </p:txBody>
      </p:sp>
      <p:sp>
        <p:nvSpPr>
          <p:cNvPr id="343" name="Google Shape;343;p23"/>
          <p:cNvSpPr txBox="1"/>
          <p:nvPr/>
        </p:nvSpPr>
        <p:spPr>
          <a:xfrm>
            <a:off x="10039350" y="6229350"/>
            <a:ext cx="1928812" cy="171450"/>
          </a:xfrm>
          <a:prstGeom prst="rect">
            <a:avLst/>
          </a:prstGeom>
          <a:noFill/>
          <a:ln>
            <a:noFill/>
          </a:ln>
        </p:spPr>
        <p:txBody>
          <a:bodyPr spcFirstLastPara="1" wrap="square" lIns="190500" tIns="0" rIns="0" bIns="0" anchor="t" anchorCtr="0">
            <a:spAutoFit/>
          </a:bodyPr>
          <a:lstStyle/>
          <a:p>
            <a:pPr marL="0" marR="0" lvl="0" indent="0" algn="l" rtl="0">
              <a:spcBef>
                <a:spcPts val="0"/>
              </a:spcBef>
              <a:spcAft>
                <a:spcPts val="0"/>
              </a:spcAft>
              <a:buNone/>
            </a:pPr>
            <a:r>
              <a:rPr lang="en-US" sz="1050" b="0" i="0" u="none" strike="noStrike" cap="none">
                <a:solidFill>
                  <a:srgbClr val="64748B"/>
                </a:solidFill>
                <a:latin typeface="Space Grotesk"/>
                <a:ea typeface="Space Grotesk"/>
                <a:cs typeface="Space Grotesk"/>
                <a:sym typeface="Space Grotesk"/>
              </a:rPr>
              <a:t>DMZ Air-Gap Secured</a:t>
            </a:r>
            <a:endParaRPr/>
          </a:p>
        </p:txBody>
      </p:sp>
      <p:sp>
        <p:nvSpPr>
          <p:cNvPr id="348" name="Google Shape;348;p23"/>
          <p:cNvSpPr txBox="1"/>
          <p:nvPr/>
        </p:nvSpPr>
        <p:spPr>
          <a:xfrm>
            <a:off x="914400" y="457200"/>
            <a:ext cx="3524250" cy="2000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a:solidFill>
                  <a:srgbClr val="FFFFFF"/>
                </a:solidFill>
                <a:latin typeface="Rajdhani"/>
                <a:ea typeface="Rajdhani"/>
                <a:cs typeface="Rajdhani"/>
                <a:sym typeface="Rajdhani"/>
              </a:rPr>
              <a:t>CYBERDYNE SYSTEMS CORPORATION</a:t>
            </a:r>
            <a:endParaRPr/>
          </a:p>
        </p:txBody>
      </p:sp>
      <p:sp>
        <p:nvSpPr>
          <p:cNvPr id="349" name="Google Shape;349;p23"/>
          <p:cNvSpPr txBox="1"/>
          <p:nvPr/>
        </p:nvSpPr>
        <p:spPr>
          <a:xfrm>
            <a:off x="914400" y="657225"/>
            <a:ext cx="3524250" cy="171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64748B"/>
                </a:solidFill>
                <a:latin typeface="Space Grotesk"/>
                <a:ea typeface="Space Grotesk"/>
                <a:cs typeface="Space Grotesk"/>
                <a:sym typeface="Space Grotesk"/>
              </a:rPr>
              <a:t>SECTION 10 // BOUNDARY CONTROL</a:t>
            </a:r>
            <a:endParaRPr/>
          </a:p>
        </p:txBody>
      </p:sp>
      <p:sp>
        <p:nvSpPr>
          <p:cNvPr id="3" name="Google Shape;357;p24">
            <a:extLst>
              <a:ext uri="{FF2B5EF4-FFF2-40B4-BE49-F238E27FC236}">
                <a16:creationId xmlns:a16="http://schemas.microsoft.com/office/drawing/2014/main" id="{D75B7191-4E14-D7AB-2476-A56EB0BD29AB}"/>
              </a:ext>
            </a:extLst>
          </p:cNvPr>
          <p:cNvSpPr/>
          <p:nvPr/>
        </p:nvSpPr>
        <p:spPr>
          <a:xfrm>
            <a:off x="568960" y="2045235"/>
            <a:ext cx="2600325" cy="1066800"/>
          </a:xfrm>
          <a:prstGeom prst="roundRect">
            <a:avLst>
              <a:gd name="adj" fmla="val 8928"/>
            </a:avLst>
          </a:prstGeom>
          <a:solidFill>
            <a:srgbClr val="0F172A"/>
          </a:solidFill>
          <a:ln w="9525" cap="flat" cmpd="sng">
            <a:solidFill>
              <a:srgbClr val="1E29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 name="Google Shape;369;p24">
            <a:extLst>
              <a:ext uri="{FF2B5EF4-FFF2-40B4-BE49-F238E27FC236}">
                <a16:creationId xmlns:a16="http://schemas.microsoft.com/office/drawing/2014/main" id="{C038EAC5-4AD2-6547-9032-F84E74E79517}"/>
              </a:ext>
            </a:extLst>
          </p:cNvPr>
          <p:cNvSpPr txBox="1"/>
          <p:nvPr/>
        </p:nvSpPr>
        <p:spPr>
          <a:xfrm>
            <a:off x="493950" y="2367180"/>
            <a:ext cx="2750343" cy="428625"/>
          </a:xfrm>
          <a:prstGeom prst="rect">
            <a:avLst/>
          </a:prstGeom>
          <a:noFill/>
          <a:ln>
            <a:noFill/>
          </a:ln>
        </p:spPr>
        <p:txBody>
          <a:bodyPr spcFirstLastPara="1" wrap="square" lIns="0" tIns="0" rIns="0" bIns="0" anchor="t" anchorCtr="0">
            <a:spAutoFit/>
          </a:bodyPr>
          <a:lstStyle/>
          <a:p>
            <a:pPr algn="ctr"/>
            <a:r>
              <a:rPr lang="en-US" sz="2700" b="1">
                <a:solidFill>
                  <a:srgbClr val="38BDF8"/>
                </a:solidFill>
                <a:latin typeface="Rajdhani"/>
                <a:cs typeface="Rajdhani"/>
                <a:sym typeface="Rajdhani"/>
              </a:rPr>
              <a:t>LIVE DEMO</a:t>
            </a:r>
            <a:endParaRPr lang="en-US"/>
          </a:p>
        </p:txBody>
      </p:sp>
      <p:pic>
        <p:nvPicPr>
          <p:cNvPr id="2" name="Picture 1" descr="A screenshot of a computer&#10;&#10;AI-generated content may be incorrect.">
            <a:extLst>
              <a:ext uri="{FF2B5EF4-FFF2-40B4-BE49-F238E27FC236}">
                <a16:creationId xmlns:a16="http://schemas.microsoft.com/office/drawing/2014/main" id="{FF82C75E-23C0-9000-44BD-0F598E98AEB7}"/>
              </a:ext>
            </a:extLst>
          </p:cNvPr>
          <p:cNvPicPr>
            <a:picLocks noChangeAspect="1"/>
          </p:cNvPicPr>
          <p:nvPr/>
        </p:nvPicPr>
        <p:blipFill>
          <a:blip r:embed="rId5"/>
          <a:stretch>
            <a:fillRect/>
          </a:stretch>
        </p:blipFill>
        <p:spPr>
          <a:xfrm>
            <a:off x="3643573" y="1777999"/>
            <a:ext cx="7228484" cy="4045186"/>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90D16"/>
        </a:solidFill>
        <a:effectLst/>
      </p:bgPr>
    </p:bg>
    <p:spTree>
      <p:nvGrpSpPr>
        <p:cNvPr id="1" name="Shape 355"/>
        <p:cNvGrpSpPr/>
        <p:nvPr/>
      </p:nvGrpSpPr>
      <p:grpSpPr>
        <a:xfrm>
          <a:off x="0" y="0"/>
          <a:ext cx="0" cy="0"/>
          <a:chOff x="0" y="0"/>
          <a:chExt cx="0" cy="0"/>
        </a:xfrm>
      </p:grpSpPr>
      <p:sp>
        <p:nvSpPr>
          <p:cNvPr id="356" name="Google Shape;356;p24"/>
          <p:cNvSpPr/>
          <p:nvPr/>
        </p:nvSpPr>
        <p:spPr>
          <a:xfrm>
            <a:off x="609600" y="6067276"/>
            <a:ext cx="10972800" cy="33337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57" name="Google Shape;357;p24"/>
          <p:cNvSpPr/>
          <p:nvPr/>
        </p:nvSpPr>
        <p:spPr>
          <a:xfrm>
            <a:off x="538480" y="3213635"/>
            <a:ext cx="2600325" cy="1066800"/>
          </a:xfrm>
          <a:prstGeom prst="roundRect">
            <a:avLst>
              <a:gd name="adj" fmla="val 8928"/>
            </a:avLst>
          </a:prstGeom>
          <a:solidFill>
            <a:srgbClr val="0F172A"/>
          </a:solidFill>
          <a:ln w="9525" cap="flat" cmpd="sng">
            <a:solidFill>
              <a:srgbClr val="1E29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61" name="Google Shape;361;p24"/>
          <p:cNvSpPr/>
          <p:nvPr/>
        </p:nvSpPr>
        <p:spPr>
          <a:xfrm>
            <a:off x="609600" y="6067276"/>
            <a:ext cx="10972800" cy="9525"/>
          </a:xfrm>
          <a:prstGeom prst="rect">
            <a:avLst/>
          </a:prstGeom>
          <a:solidFill>
            <a:srgbClr val="1E293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362" name="Google Shape;362;p24" descr="image.png"/>
          <p:cNvPicPr preferRelativeResize="0"/>
          <p:nvPr/>
        </p:nvPicPr>
        <p:blipFill rotWithShape="1">
          <a:blip r:embed="rId3">
            <a:alphaModFix/>
          </a:blip>
          <a:srcRect/>
          <a:stretch/>
        </p:blipFill>
        <p:spPr>
          <a:xfrm>
            <a:off x="609600" y="547687"/>
            <a:ext cx="190500" cy="190500"/>
          </a:xfrm>
          <a:prstGeom prst="rect">
            <a:avLst/>
          </a:prstGeom>
          <a:noFill/>
          <a:ln>
            <a:noFill/>
          </a:ln>
        </p:spPr>
      </p:pic>
      <p:pic>
        <p:nvPicPr>
          <p:cNvPr id="363" name="Google Shape;363;p24" descr="image.png"/>
          <p:cNvPicPr preferRelativeResize="0"/>
          <p:nvPr/>
        </p:nvPicPr>
        <p:blipFill rotWithShape="1">
          <a:blip r:embed="rId4">
            <a:alphaModFix/>
          </a:blip>
          <a:srcRect/>
          <a:stretch/>
        </p:blipFill>
        <p:spPr>
          <a:xfrm>
            <a:off x="9829800" y="6248251"/>
            <a:ext cx="133350" cy="133350"/>
          </a:xfrm>
          <a:prstGeom prst="rect">
            <a:avLst/>
          </a:prstGeom>
          <a:noFill/>
          <a:ln>
            <a:noFill/>
          </a:ln>
        </p:spPr>
      </p:pic>
      <p:sp>
        <p:nvSpPr>
          <p:cNvPr id="364" name="Google Shape;364;p24"/>
          <p:cNvSpPr txBox="1"/>
          <p:nvPr/>
        </p:nvSpPr>
        <p:spPr>
          <a:xfrm>
            <a:off x="11144250" y="557212"/>
            <a:ext cx="723900" cy="171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a:solidFill>
                  <a:srgbClr val="38BDF8"/>
                </a:solidFill>
                <a:latin typeface="Rajdhani"/>
                <a:ea typeface="Rajdhani"/>
                <a:cs typeface="Rajdhani"/>
                <a:sym typeface="Rajdhani"/>
              </a:rPr>
              <a:t>SLIDE 11</a:t>
            </a:r>
            <a:endParaRPr/>
          </a:p>
        </p:txBody>
      </p:sp>
      <p:sp>
        <p:nvSpPr>
          <p:cNvPr id="365" name="Google Shape;365;p24"/>
          <p:cNvSpPr txBox="1"/>
          <p:nvPr/>
        </p:nvSpPr>
        <p:spPr>
          <a:xfrm>
            <a:off x="609600" y="2089100"/>
            <a:ext cx="11582400" cy="171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a:solidFill>
                  <a:srgbClr val="38BDF8"/>
                </a:solidFill>
                <a:latin typeface="Rajdhani"/>
                <a:ea typeface="Rajdhani"/>
                <a:cs typeface="Rajdhani"/>
                <a:sym typeface="Rajdhani"/>
              </a:rPr>
              <a:t>SYSTEM PERFORMANCE</a:t>
            </a:r>
            <a:endParaRPr/>
          </a:p>
        </p:txBody>
      </p:sp>
      <p:sp>
        <p:nvSpPr>
          <p:cNvPr id="366" name="Google Shape;366;p24"/>
          <p:cNvSpPr txBox="1"/>
          <p:nvPr/>
        </p:nvSpPr>
        <p:spPr>
          <a:xfrm>
            <a:off x="609600" y="2298650"/>
            <a:ext cx="11582400" cy="428625"/>
          </a:xfrm>
          <a:prstGeom prst="rect">
            <a:avLst/>
          </a:prstGeom>
          <a:noFill/>
          <a:ln>
            <a:noFill/>
          </a:ln>
        </p:spPr>
        <p:txBody>
          <a:bodyPr spcFirstLastPara="1" wrap="square" lIns="0" tIns="0" rIns="0" bIns="0" anchor="t" anchorCtr="0">
            <a:spAutoFit/>
          </a:bodyPr>
          <a:lstStyle/>
          <a:p>
            <a:r>
              <a:rPr lang="en-US" sz="2700" b="1" i="0" u="none" strike="noStrike" cap="none">
                <a:solidFill>
                  <a:srgbClr val="FFFFFF"/>
                </a:solidFill>
                <a:latin typeface="Rajdhani"/>
                <a:ea typeface="Rajdhani"/>
                <a:cs typeface="Rajdhani"/>
                <a:sym typeface="Rajdhani"/>
              </a:rPr>
              <a:t>MONITORING, TESTING &amp; BENCHMARKING</a:t>
            </a:r>
            <a:r>
              <a:rPr lang="en-US" sz="2700" b="1">
                <a:solidFill>
                  <a:srgbClr val="FFFFFF"/>
                </a:solidFill>
                <a:latin typeface="Rajdhani"/>
                <a:ea typeface="Rajdhani"/>
                <a:cs typeface="Rajdhani"/>
                <a:sym typeface="Rajdhani"/>
              </a:rPr>
              <a:t> (REQ. 11)</a:t>
            </a:r>
            <a:endParaRPr/>
          </a:p>
        </p:txBody>
      </p:sp>
      <p:sp>
        <p:nvSpPr>
          <p:cNvPr id="367" name="Google Shape;367;p24"/>
          <p:cNvSpPr txBox="1"/>
          <p:nvPr/>
        </p:nvSpPr>
        <p:spPr>
          <a:xfrm>
            <a:off x="609600" y="6229201"/>
            <a:ext cx="3750468" cy="171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64748B"/>
                </a:solidFill>
                <a:latin typeface="Space Grotesk"/>
                <a:ea typeface="Space Grotesk"/>
                <a:cs typeface="Space Grotesk"/>
                <a:sym typeface="Space Grotesk"/>
              </a:rPr>
              <a:t>© Cyberdyne Systems Inc. All Rights Reserved.</a:t>
            </a:r>
            <a:endParaRPr/>
          </a:p>
        </p:txBody>
      </p:sp>
      <p:sp>
        <p:nvSpPr>
          <p:cNvPr id="368" name="Google Shape;368;p24"/>
          <p:cNvSpPr txBox="1"/>
          <p:nvPr/>
        </p:nvSpPr>
        <p:spPr>
          <a:xfrm>
            <a:off x="9829800" y="6229201"/>
            <a:ext cx="2190750" cy="171450"/>
          </a:xfrm>
          <a:prstGeom prst="rect">
            <a:avLst/>
          </a:prstGeom>
          <a:noFill/>
          <a:ln>
            <a:noFill/>
          </a:ln>
        </p:spPr>
        <p:txBody>
          <a:bodyPr spcFirstLastPara="1" wrap="square" lIns="190500" tIns="0" rIns="0" bIns="0" anchor="t" anchorCtr="0">
            <a:spAutoFit/>
          </a:bodyPr>
          <a:lstStyle/>
          <a:p>
            <a:pPr marL="0" marR="0" lvl="0" indent="0" algn="l" rtl="0">
              <a:spcBef>
                <a:spcPts val="0"/>
              </a:spcBef>
              <a:spcAft>
                <a:spcPts val="0"/>
              </a:spcAft>
              <a:buNone/>
            </a:pPr>
            <a:r>
              <a:rPr lang="en-US" sz="1050" b="0" i="0" u="none" strike="noStrike" cap="none">
                <a:solidFill>
                  <a:srgbClr val="64748B"/>
                </a:solidFill>
                <a:latin typeface="Space Grotesk"/>
                <a:ea typeface="Space Grotesk"/>
                <a:cs typeface="Space Grotesk"/>
                <a:sym typeface="Space Grotesk"/>
              </a:rPr>
              <a:t>Telemetry Stream Active</a:t>
            </a:r>
            <a:endParaRPr/>
          </a:p>
        </p:txBody>
      </p:sp>
      <p:sp>
        <p:nvSpPr>
          <p:cNvPr id="369" name="Google Shape;369;p24"/>
          <p:cNvSpPr txBox="1"/>
          <p:nvPr/>
        </p:nvSpPr>
        <p:spPr>
          <a:xfrm>
            <a:off x="463470" y="3535580"/>
            <a:ext cx="2750343" cy="428625"/>
          </a:xfrm>
          <a:prstGeom prst="rect">
            <a:avLst/>
          </a:prstGeom>
          <a:noFill/>
          <a:ln>
            <a:noFill/>
          </a:ln>
        </p:spPr>
        <p:txBody>
          <a:bodyPr spcFirstLastPara="1" wrap="square" lIns="0" tIns="0" rIns="0" bIns="0" anchor="t" anchorCtr="0">
            <a:spAutoFit/>
          </a:bodyPr>
          <a:lstStyle/>
          <a:p>
            <a:pPr algn="ctr"/>
            <a:r>
              <a:rPr lang="en-US" sz="2700" b="1">
                <a:solidFill>
                  <a:srgbClr val="38BDF8"/>
                </a:solidFill>
                <a:latin typeface="Rajdhani"/>
                <a:cs typeface="Rajdhani"/>
                <a:sym typeface="Rajdhani"/>
              </a:rPr>
              <a:t>LIVE DEMO</a:t>
            </a:r>
            <a:endParaRPr lang="en-US"/>
          </a:p>
        </p:txBody>
      </p:sp>
      <p:sp>
        <p:nvSpPr>
          <p:cNvPr id="377" name="Google Shape;377;p24"/>
          <p:cNvSpPr txBox="1"/>
          <p:nvPr/>
        </p:nvSpPr>
        <p:spPr>
          <a:xfrm>
            <a:off x="914400" y="457200"/>
            <a:ext cx="3524250" cy="2000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a:solidFill>
                  <a:srgbClr val="FFFFFF"/>
                </a:solidFill>
                <a:latin typeface="Rajdhani"/>
                <a:ea typeface="Rajdhani"/>
                <a:cs typeface="Rajdhani"/>
                <a:sym typeface="Rajdhani"/>
              </a:rPr>
              <a:t>CYBERDYNE SYSTEMS CORPORATION</a:t>
            </a:r>
            <a:endParaRPr/>
          </a:p>
        </p:txBody>
      </p:sp>
      <p:sp>
        <p:nvSpPr>
          <p:cNvPr id="378" name="Google Shape;378;p24"/>
          <p:cNvSpPr txBox="1"/>
          <p:nvPr/>
        </p:nvSpPr>
        <p:spPr>
          <a:xfrm>
            <a:off x="914400" y="657225"/>
            <a:ext cx="3524250" cy="171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64748B"/>
                </a:solidFill>
                <a:latin typeface="Space Grotesk"/>
                <a:ea typeface="Space Grotesk"/>
                <a:cs typeface="Space Grotesk"/>
                <a:sym typeface="Space Grotesk"/>
              </a:rPr>
              <a:t>SECTION 11 // TELEMETRY</a:t>
            </a:r>
            <a:endParaRPr/>
          </a:p>
        </p:txBody>
      </p:sp>
      <p:pic>
        <p:nvPicPr>
          <p:cNvPr id="2" name="Picture 1" descr="A screenshot of a computer&#10;&#10;AI-generated content may be incorrect.">
            <a:extLst>
              <a:ext uri="{FF2B5EF4-FFF2-40B4-BE49-F238E27FC236}">
                <a16:creationId xmlns:a16="http://schemas.microsoft.com/office/drawing/2014/main" id="{14E90D64-A4F3-8498-5236-1BBF761BA86B}"/>
              </a:ext>
            </a:extLst>
          </p:cNvPr>
          <p:cNvPicPr>
            <a:picLocks noChangeAspect="1"/>
          </p:cNvPicPr>
          <p:nvPr/>
        </p:nvPicPr>
        <p:blipFill>
          <a:blip r:embed="rId5"/>
          <a:stretch>
            <a:fillRect/>
          </a:stretch>
        </p:blipFill>
        <p:spPr>
          <a:xfrm>
            <a:off x="5040687" y="2788731"/>
            <a:ext cx="4786093" cy="2974999"/>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90D16"/>
        </a:solidFill>
        <a:effectLst/>
      </p:bgPr>
    </p:bg>
    <p:spTree>
      <p:nvGrpSpPr>
        <p:cNvPr id="1" name="Shape 382"/>
        <p:cNvGrpSpPr/>
        <p:nvPr/>
      </p:nvGrpSpPr>
      <p:grpSpPr>
        <a:xfrm>
          <a:off x="0" y="0"/>
          <a:ext cx="0" cy="0"/>
          <a:chOff x="0" y="0"/>
          <a:chExt cx="0" cy="0"/>
        </a:xfrm>
      </p:grpSpPr>
      <p:sp>
        <p:nvSpPr>
          <p:cNvPr id="383" name="Google Shape;383;p25"/>
          <p:cNvSpPr/>
          <p:nvPr/>
        </p:nvSpPr>
        <p:spPr>
          <a:xfrm>
            <a:off x="609600" y="6067425"/>
            <a:ext cx="10972800" cy="33337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84" name="Google Shape;384;p25"/>
          <p:cNvSpPr/>
          <p:nvPr/>
        </p:nvSpPr>
        <p:spPr>
          <a:xfrm>
            <a:off x="579120" y="1933892"/>
            <a:ext cx="5372100" cy="1704975"/>
          </a:xfrm>
          <a:prstGeom prst="roundRect">
            <a:avLst>
              <a:gd name="adj" fmla="val 6703"/>
            </a:avLst>
          </a:prstGeom>
          <a:solidFill>
            <a:srgbClr val="0F172A"/>
          </a:solidFill>
          <a:ln w="9525" cap="flat" cmpd="sng">
            <a:solidFill>
              <a:srgbClr val="1E29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85" name="Google Shape;385;p25"/>
          <p:cNvSpPr/>
          <p:nvPr/>
        </p:nvSpPr>
        <p:spPr>
          <a:xfrm>
            <a:off x="6200140" y="1944052"/>
            <a:ext cx="5372100" cy="1704975"/>
          </a:xfrm>
          <a:prstGeom prst="roundRect">
            <a:avLst>
              <a:gd name="adj" fmla="val 6703"/>
            </a:avLst>
          </a:prstGeom>
          <a:solidFill>
            <a:srgbClr val="0F172A"/>
          </a:solidFill>
          <a:ln w="9525" cap="flat" cmpd="sng">
            <a:solidFill>
              <a:srgbClr val="1E29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86" name="Google Shape;386;p25"/>
          <p:cNvSpPr/>
          <p:nvPr/>
        </p:nvSpPr>
        <p:spPr>
          <a:xfrm>
            <a:off x="609600" y="6067425"/>
            <a:ext cx="10972800" cy="9525"/>
          </a:xfrm>
          <a:prstGeom prst="rect">
            <a:avLst/>
          </a:prstGeom>
          <a:solidFill>
            <a:srgbClr val="1E293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387" name="Google Shape;387;p25" descr="image.png"/>
          <p:cNvPicPr preferRelativeResize="0"/>
          <p:nvPr/>
        </p:nvPicPr>
        <p:blipFill rotWithShape="1">
          <a:blip r:embed="rId3">
            <a:alphaModFix/>
          </a:blip>
          <a:srcRect/>
          <a:stretch/>
        </p:blipFill>
        <p:spPr>
          <a:xfrm>
            <a:off x="609600" y="547687"/>
            <a:ext cx="142875" cy="190500"/>
          </a:xfrm>
          <a:prstGeom prst="rect">
            <a:avLst/>
          </a:prstGeom>
          <a:noFill/>
          <a:ln>
            <a:noFill/>
          </a:ln>
        </p:spPr>
      </p:pic>
      <p:pic>
        <p:nvPicPr>
          <p:cNvPr id="388" name="Google Shape;388;p25" descr="image.png"/>
          <p:cNvPicPr preferRelativeResize="0"/>
          <p:nvPr/>
        </p:nvPicPr>
        <p:blipFill rotWithShape="1">
          <a:blip r:embed="rId4">
            <a:alphaModFix/>
          </a:blip>
          <a:srcRect/>
          <a:stretch/>
        </p:blipFill>
        <p:spPr>
          <a:xfrm>
            <a:off x="10401300" y="6248400"/>
            <a:ext cx="133350" cy="133350"/>
          </a:xfrm>
          <a:prstGeom prst="rect">
            <a:avLst/>
          </a:prstGeom>
          <a:noFill/>
          <a:ln>
            <a:noFill/>
          </a:ln>
        </p:spPr>
      </p:pic>
      <p:sp>
        <p:nvSpPr>
          <p:cNvPr id="389" name="Google Shape;389;p25"/>
          <p:cNvSpPr txBox="1"/>
          <p:nvPr/>
        </p:nvSpPr>
        <p:spPr>
          <a:xfrm>
            <a:off x="11125200" y="557212"/>
            <a:ext cx="742950" cy="171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a:solidFill>
                  <a:srgbClr val="38BDF8"/>
                </a:solidFill>
                <a:latin typeface="Rajdhani"/>
                <a:ea typeface="Rajdhani"/>
                <a:cs typeface="Rajdhani"/>
                <a:sym typeface="Rajdhani"/>
              </a:rPr>
              <a:t>SLIDE 12</a:t>
            </a:r>
            <a:endParaRPr/>
          </a:p>
        </p:txBody>
      </p:sp>
      <p:sp>
        <p:nvSpPr>
          <p:cNvPr id="390" name="Google Shape;390;p25"/>
          <p:cNvSpPr txBox="1"/>
          <p:nvPr/>
        </p:nvSpPr>
        <p:spPr>
          <a:xfrm>
            <a:off x="609600" y="1143000"/>
            <a:ext cx="11582400" cy="171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a:solidFill>
                  <a:srgbClr val="38BDF8"/>
                </a:solidFill>
                <a:latin typeface="Rajdhani"/>
                <a:ea typeface="Rajdhani"/>
                <a:cs typeface="Rajdhani"/>
                <a:sym typeface="Rajdhani"/>
              </a:rPr>
              <a:t>STANDARD OPERATING PROCEDURES</a:t>
            </a:r>
            <a:endParaRPr/>
          </a:p>
        </p:txBody>
      </p:sp>
      <p:sp>
        <p:nvSpPr>
          <p:cNvPr id="391" name="Google Shape;391;p25"/>
          <p:cNvSpPr txBox="1"/>
          <p:nvPr/>
        </p:nvSpPr>
        <p:spPr>
          <a:xfrm>
            <a:off x="609600" y="1352550"/>
            <a:ext cx="11582400" cy="428625"/>
          </a:xfrm>
          <a:prstGeom prst="rect">
            <a:avLst/>
          </a:prstGeom>
          <a:noFill/>
          <a:ln>
            <a:noFill/>
          </a:ln>
        </p:spPr>
        <p:txBody>
          <a:bodyPr spcFirstLastPara="1" wrap="square" lIns="0" tIns="0" rIns="0" bIns="0" anchor="t" anchorCtr="0">
            <a:spAutoFit/>
          </a:bodyPr>
          <a:lstStyle/>
          <a:p>
            <a:r>
              <a:rPr lang="en-US" sz="2700" b="1" i="0" u="none" strike="noStrike" cap="none">
                <a:solidFill>
                  <a:srgbClr val="FFFFFF"/>
                </a:solidFill>
                <a:latin typeface="Rajdhani"/>
                <a:ea typeface="Rajdhani"/>
                <a:cs typeface="Rajdhani"/>
                <a:sym typeface="Rajdhani"/>
              </a:rPr>
              <a:t>DOCUMENTATION</a:t>
            </a:r>
            <a:r>
              <a:rPr lang="en-US" sz="2700" b="1">
                <a:solidFill>
                  <a:srgbClr val="FFFFFF"/>
                </a:solidFill>
                <a:latin typeface="Rajdhani"/>
                <a:ea typeface="Rajdhani"/>
                <a:cs typeface="Rajdhani"/>
                <a:sym typeface="Rajdhani"/>
              </a:rPr>
              <a:t> - TO BE SUBMITTED (REQ. 12)</a:t>
            </a:r>
            <a:endParaRPr/>
          </a:p>
        </p:txBody>
      </p:sp>
      <p:sp>
        <p:nvSpPr>
          <p:cNvPr id="392" name="Google Shape;392;p25"/>
          <p:cNvSpPr txBox="1"/>
          <p:nvPr/>
        </p:nvSpPr>
        <p:spPr>
          <a:xfrm>
            <a:off x="609600" y="6229350"/>
            <a:ext cx="3750468" cy="171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64748B"/>
                </a:solidFill>
                <a:latin typeface="Space Grotesk"/>
                <a:ea typeface="Space Grotesk"/>
                <a:cs typeface="Space Grotesk"/>
                <a:sym typeface="Space Grotesk"/>
              </a:rPr>
              <a:t>© Cyberdyne Systems Inc. All Rights Reserved.</a:t>
            </a:r>
            <a:endParaRPr/>
          </a:p>
        </p:txBody>
      </p:sp>
      <p:sp>
        <p:nvSpPr>
          <p:cNvPr id="393" name="Google Shape;393;p25"/>
          <p:cNvSpPr txBox="1"/>
          <p:nvPr/>
        </p:nvSpPr>
        <p:spPr>
          <a:xfrm>
            <a:off x="10401300" y="6229350"/>
            <a:ext cx="1476375" cy="171450"/>
          </a:xfrm>
          <a:prstGeom prst="rect">
            <a:avLst/>
          </a:prstGeom>
          <a:noFill/>
          <a:ln>
            <a:noFill/>
          </a:ln>
        </p:spPr>
        <p:txBody>
          <a:bodyPr spcFirstLastPara="1" wrap="square" lIns="190500" tIns="0" rIns="0" bIns="0" anchor="t" anchorCtr="0">
            <a:spAutoFit/>
          </a:bodyPr>
          <a:lstStyle/>
          <a:p>
            <a:pPr marL="0" marR="0" lvl="0" indent="0" algn="l" rtl="0">
              <a:spcBef>
                <a:spcPts val="0"/>
              </a:spcBef>
              <a:spcAft>
                <a:spcPts val="0"/>
              </a:spcAft>
              <a:buNone/>
            </a:pPr>
            <a:r>
              <a:rPr lang="en-US" sz="1050" b="0" i="0" u="none" strike="noStrike" cap="none">
                <a:solidFill>
                  <a:srgbClr val="64748B"/>
                </a:solidFill>
                <a:latin typeface="Space Grotesk"/>
                <a:ea typeface="Space Grotesk"/>
                <a:cs typeface="Space Grotesk"/>
                <a:sym typeface="Space Grotesk"/>
              </a:rPr>
              <a:t>Archive Locked</a:t>
            </a:r>
            <a:endParaRPr/>
          </a:p>
        </p:txBody>
      </p:sp>
      <p:sp>
        <p:nvSpPr>
          <p:cNvPr id="394" name="Google Shape;394;p25"/>
          <p:cNvSpPr txBox="1"/>
          <p:nvPr/>
        </p:nvSpPr>
        <p:spPr>
          <a:xfrm>
            <a:off x="855345" y="2210117"/>
            <a:ext cx="6325790" cy="253916"/>
          </a:xfrm>
          <a:prstGeom prst="rect">
            <a:avLst/>
          </a:prstGeom>
          <a:noFill/>
          <a:ln>
            <a:noFill/>
          </a:ln>
        </p:spPr>
        <p:txBody>
          <a:bodyPr spcFirstLastPara="1" wrap="square" lIns="0" tIns="0" rIns="0" bIns="0" anchor="t" anchorCtr="0">
            <a:spAutoFit/>
          </a:bodyPr>
          <a:lstStyle/>
          <a:p>
            <a:r>
              <a:rPr lang="en-US" sz="1650" b="1">
                <a:solidFill>
                  <a:srgbClr val="38BDF8"/>
                </a:solidFill>
                <a:latin typeface="Rajdhani"/>
                <a:cs typeface="Rajdhani"/>
                <a:sym typeface="Rajdhani"/>
              </a:rPr>
              <a:t>STRATEGIC REPORT AND ACTION PLAN</a:t>
            </a:r>
            <a:endParaRPr lang="en-US"/>
          </a:p>
        </p:txBody>
      </p:sp>
      <p:sp>
        <p:nvSpPr>
          <p:cNvPr id="395" name="Google Shape;395;p25"/>
          <p:cNvSpPr txBox="1"/>
          <p:nvPr/>
        </p:nvSpPr>
        <p:spPr>
          <a:xfrm>
            <a:off x="855345" y="2489517"/>
            <a:ext cx="4914900" cy="623248"/>
          </a:xfrm>
          <a:prstGeom prst="rect">
            <a:avLst/>
          </a:prstGeom>
          <a:noFill/>
          <a:ln>
            <a:noFill/>
          </a:ln>
        </p:spPr>
        <p:txBody>
          <a:bodyPr spcFirstLastPara="1" wrap="square" lIns="0" tIns="0" rIns="0" bIns="0" anchor="t" anchorCtr="0">
            <a:spAutoFit/>
          </a:bodyPr>
          <a:lstStyle/>
          <a:p>
            <a:r>
              <a:rPr lang="en-US" sz="1350">
                <a:solidFill>
                  <a:srgbClr val="CBD5E1"/>
                </a:solidFill>
                <a:sym typeface="Space Grotesk"/>
              </a:rPr>
              <a:t>Connects high-level organizational goals with measurable tasks by outlining long-term vision, current realities, and step-by-step execution phases</a:t>
            </a:r>
            <a:r>
              <a:rPr lang="en-US" sz="1350">
                <a:solidFill>
                  <a:srgbClr val="CBD5E1"/>
                </a:solidFill>
                <a:latin typeface="Space Grotesk"/>
                <a:cs typeface="Space Grotesk"/>
                <a:sym typeface="Space Grotesk"/>
              </a:rPr>
              <a:t> </a:t>
            </a:r>
            <a:endParaRPr lang="en-US"/>
          </a:p>
        </p:txBody>
      </p:sp>
      <p:sp>
        <p:nvSpPr>
          <p:cNvPr id="396" name="Google Shape;396;p25"/>
          <p:cNvSpPr txBox="1"/>
          <p:nvPr/>
        </p:nvSpPr>
        <p:spPr>
          <a:xfrm>
            <a:off x="835025" y="3143567"/>
            <a:ext cx="6024562" cy="2190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94A3B8"/>
                </a:solidFill>
                <a:latin typeface="Space Grotesk"/>
                <a:ea typeface="Space Grotesk"/>
                <a:cs typeface="Space Grotesk"/>
                <a:sym typeface="Space Grotesk"/>
              </a:rPr>
              <a:t>Classified Document Reference: CS-NET-DOC-2029.</a:t>
            </a:r>
            <a:endParaRPr/>
          </a:p>
        </p:txBody>
      </p:sp>
      <p:sp>
        <p:nvSpPr>
          <p:cNvPr id="397" name="Google Shape;397;p25"/>
          <p:cNvSpPr txBox="1"/>
          <p:nvPr/>
        </p:nvSpPr>
        <p:spPr>
          <a:xfrm>
            <a:off x="6476365" y="2220277"/>
            <a:ext cx="5705475" cy="253916"/>
          </a:xfrm>
          <a:prstGeom prst="rect">
            <a:avLst/>
          </a:prstGeom>
          <a:noFill/>
          <a:ln>
            <a:noFill/>
          </a:ln>
        </p:spPr>
        <p:txBody>
          <a:bodyPr spcFirstLastPara="1" wrap="square" lIns="0" tIns="0" rIns="0" bIns="0" anchor="t" anchorCtr="0">
            <a:spAutoFit/>
          </a:bodyPr>
          <a:lstStyle/>
          <a:p>
            <a:r>
              <a:rPr lang="en-US" sz="1650" b="1">
                <a:solidFill>
                  <a:srgbClr val="38BDF8"/>
                </a:solidFill>
                <a:latin typeface="Rajdhani"/>
                <a:cs typeface="Rajdhani"/>
              </a:rPr>
              <a:t>PROJECT REPORT</a:t>
            </a:r>
          </a:p>
        </p:txBody>
      </p:sp>
      <p:sp>
        <p:nvSpPr>
          <p:cNvPr id="398" name="Google Shape;398;p25"/>
          <p:cNvSpPr txBox="1"/>
          <p:nvPr/>
        </p:nvSpPr>
        <p:spPr>
          <a:xfrm>
            <a:off x="6476365" y="2499677"/>
            <a:ext cx="4914900" cy="623248"/>
          </a:xfrm>
          <a:prstGeom prst="rect">
            <a:avLst/>
          </a:prstGeom>
          <a:noFill/>
          <a:ln>
            <a:noFill/>
          </a:ln>
        </p:spPr>
        <p:txBody>
          <a:bodyPr spcFirstLastPara="1" wrap="square" lIns="0" tIns="0" rIns="0" bIns="0" anchor="t" anchorCtr="0">
            <a:spAutoFit/>
          </a:bodyPr>
          <a:lstStyle/>
          <a:p>
            <a:r>
              <a:rPr lang="en-US" sz="1350">
                <a:solidFill>
                  <a:srgbClr val="CBD5E1"/>
                </a:solidFill>
                <a:sym typeface="Space Grotesk"/>
              </a:rPr>
              <a:t>Project goals, current status, budget, and results to keep stakeholders informed. Includes attachments for configurations, IP addressing, topologies and presentation handouts.</a:t>
            </a:r>
            <a:endParaRPr lang="en-US"/>
          </a:p>
        </p:txBody>
      </p:sp>
      <p:sp>
        <p:nvSpPr>
          <p:cNvPr id="399" name="Google Shape;399;p25"/>
          <p:cNvSpPr txBox="1"/>
          <p:nvPr/>
        </p:nvSpPr>
        <p:spPr>
          <a:xfrm>
            <a:off x="6476365" y="3265487"/>
            <a:ext cx="5705475" cy="2190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94A3B8"/>
                </a:solidFill>
                <a:latin typeface="Space Grotesk"/>
                <a:ea typeface="Space Grotesk"/>
                <a:cs typeface="Space Grotesk"/>
                <a:sym typeface="Space Grotesk"/>
              </a:rPr>
              <a:t>Level 5 Clearance required for operational retrieval.</a:t>
            </a:r>
            <a:endParaRPr/>
          </a:p>
        </p:txBody>
      </p:sp>
      <p:sp>
        <p:nvSpPr>
          <p:cNvPr id="400" name="Google Shape;400;p25"/>
          <p:cNvSpPr txBox="1"/>
          <p:nvPr/>
        </p:nvSpPr>
        <p:spPr>
          <a:xfrm>
            <a:off x="866775" y="457200"/>
            <a:ext cx="3524250" cy="2000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a:solidFill>
                  <a:srgbClr val="FFFFFF"/>
                </a:solidFill>
                <a:latin typeface="Rajdhani"/>
                <a:ea typeface="Rajdhani"/>
                <a:cs typeface="Rajdhani"/>
                <a:sym typeface="Rajdhani"/>
              </a:rPr>
              <a:t>CYBERDYNE SYSTEMS CORPORATION</a:t>
            </a:r>
            <a:endParaRPr/>
          </a:p>
        </p:txBody>
      </p:sp>
      <p:sp>
        <p:nvSpPr>
          <p:cNvPr id="401" name="Google Shape;401;p25"/>
          <p:cNvSpPr txBox="1"/>
          <p:nvPr/>
        </p:nvSpPr>
        <p:spPr>
          <a:xfrm>
            <a:off x="866775" y="657225"/>
            <a:ext cx="3524250" cy="171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64748B"/>
                </a:solidFill>
                <a:latin typeface="Space Grotesk"/>
                <a:ea typeface="Space Grotesk"/>
                <a:cs typeface="Space Grotesk"/>
                <a:sym typeface="Space Grotesk"/>
              </a:rPr>
              <a:t>SECTION 12 // GOVERNANCE</a:t>
            </a:r>
            <a:endParaRPr/>
          </a:p>
        </p:txBody>
      </p:sp>
      <p:sp>
        <p:nvSpPr>
          <p:cNvPr id="4" name="Google Shape;384;p25">
            <a:extLst>
              <a:ext uri="{FF2B5EF4-FFF2-40B4-BE49-F238E27FC236}">
                <a16:creationId xmlns:a16="http://schemas.microsoft.com/office/drawing/2014/main" id="{85ECF69E-AD95-DAC4-0D86-552711208753}"/>
              </a:ext>
            </a:extLst>
          </p:cNvPr>
          <p:cNvSpPr/>
          <p:nvPr/>
        </p:nvSpPr>
        <p:spPr>
          <a:xfrm>
            <a:off x="538480" y="3904931"/>
            <a:ext cx="5372100" cy="1704975"/>
          </a:xfrm>
          <a:prstGeom prst="roundRect">
            <a:avLst>
              <a:gd name="adj" fmla="val 6703"/>
            </a:avLst>
          </a:prstGeom>
          <a:solidFill>
            <a:srgbClr val="0F172A"/>
          </a:solidFill>
          <a:ln w="9525" cap="flat" cmpd="sng">
            <a:solidFill>
              <a:srgbClr val="1E29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 name="Google Shape;385;p25">
            <a:extLst>
              <a:ext uri="{FF2B5EF4-FFF2-40B4-BE49-F238E27FC236}">
                <a16:creationId xmlns:a16="http://schemas.microsoft.com/office/drawing/2014/main" id="{41E3BF9D-0A5E-E3E6-C514-8AB0BF52CCB4}"/>
              </a:ext>
            </a:extLst>
          </p:cNvPr>
          <p:cNvSpPr/>
          <p:nvPr/>
        </p:nvSpPr>
        <p:spPr>
          <a:xfrm>
            <a:off x="6159499" y="3915091"/>
            <a:ext cx="5372100" cy="1704975"/>
          </a:xfrm>
          <a:prstGeom prst="roundRect">
            <a:avLst>
              <a:gd name="adj" fmla="val 6703"/>
            </a:avLst>
          </a:prstGeom>
          <a:solidFill>
            <a:srgbClr val="0F172A"/>
          </a:solidFill>
          <a:ln w="9525" cap="flat" cmpd="sng">
            <a:solidFill>
              <a:srgbClr val="1E29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 name="Google Shape;394;p25">
            <a:extLst>
              <a:ext uri="{FF2B5EF4-FFF2-40B4-BE49-F238E27FC236}">
                <a16:creationId xmlns:a16="http://schemas.microsoft.com/office/drawing/2014/main" id="{81CEC610-AB91-C06D-8153-E43D7729643C}"/>
              </a:ext>
            </a:extLst>
          </p:cNvPr>
          <p:cNvSpPr txBox="1"/>
          <p:nvPr/>
        </p:nvSpPr>
        <p:spPr>
          <a:xfrm>
            <a:off x="814704" y="4181156"/>
            <a:ext cx="6325790" cy="253916"/>
          </a:xfrm>
          <a:prstGeom prst="rect">
            <a:avLst/>
          </a:prstGeom>
          <a:noFill/>
          <a:ln>
            <a:noFill/>
          </a:ln>
        </p:spPr>
        <p:txBody>
          <a:bodyPr spcFirstLastPara="1" wrap="square" lIns="0" tIns="0" rIns="0" bIns="0" anchor="t" anchorCtr="0">
            <a:spAutoFit/>
          </a:bodyPr>
          <a:lstStyle/>
          <a:p>
            <a:r>
              <a:rPr lang="en-US" sz="1650" b="1">
                <a:solidFill>
                  <a:srgbClr val="38BDF8"/>
                </a:solidFill>
                <a:latin typeface="Rajdhani"/>
                <a:cs typeface="Rajdhani"/>
                <a:sym typeface="Rajdhani"/>
              </a:rPr>
              <a:t>NETWORK DOCUMENTATION</a:t>
            </a:r>
            <a:endParaRPr lang="en-US"/>
          </a:p>
        </p:txBody>
      </p:sp>
      <p:sp>
        <p:nvSpPr>
          <p:cNvPr id="7" name="Google Shape;395;p25">
            <a:extLst>
              <a:ext uri="{FF2B5EF4-FFF2-40B4-BE49-F238E27FC236}">
                <a16:creationId xmlns:a16="http://schemas.microsoft.com/office/drawing/2014/main" id="{95C2DD9E-271E-BF2F-A42C-14794F4BA87F}"/>
              </a:ext>
            </a:extLst>
          </p:cNvPr>
          <p:cNvSpPr txBox="1"/>
          <p:nvPr/>
        </p:nvSpPr>
        <p:spPr>
          <a:xfrm>
            <a:off x="814704" y="4460556"/>
            <a:ext cx="4914900" cy="623248"/>
          </a:xfrm>
          <a:prstGeom prst="rect">
            <a:avLst/>
          </a:prstGeom>
          <a:noFill/>
          <a:ln>
            <a:noFill/>
          </a:ln>
        </p:spPr>
        <p:txBody>
          <a:bodyPr spcFirstLastPara="1" wrap="square" lIns="0" tIns="0" rIns="0" bIns="0" anchor="t" anchorCtr="0">
            <a:spAutoFit/>
          </a:bodyPr>
          <a:lstStyle/>
          <a:p>
            <a:r>
              <a:rPr lang="en-US" sz="1350">
                <a:solidFill>
                  <a:srgbClr val="CBD5E1"/>
                </a:solidFill>
                <a:sym typeface="Space Grotesk"/>
              </a:rPr>
              <a:t>Demonstrates Test results that align with requirements, difficulties associated with the 802.1x implementation and choice of encryption level</a:t>
            </a:r>
            <a:endParaRPr lang="en-US"/>
          </a:p>
        </p:txBody>
      </p:sp>
      <p:sp>
        <p:nvSpPr>
          <p:cNvPr id="8" name="Google Shape;396;p25">
            <a:extLst>
              <a:ext uri="{FF2B5EF4-FFF2-40B4-BE49-F238E27FC236}">
                <a16:creationId xmlns:a16="http://schemas.microsoft.com/office/drawing/2014/main" id="{23C9893B-8909-EE6E-A8EB-FFEBFC9BC1EB}"/>
              </a:ext>
            </a:extLst>
          </p:cNvPr>
          <p:cNvSpPr txBox="1"/>
          <p:nvPr/>
        </p:nvSpPr>
        <p:spPr>
          <a:xfrm>
            <a:off x="794385" y="5114606"/>
            <a:ext cx="6024562" cy="20774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94A3B8"/>
                </a:solidFill>
                <a:latin typeface="Space Grotesk"/>
                <a:ea typeface="Space Grotesk"/>
                <a:cs typeface="Space Grotesk"/>
                <a:sym typeface="Space Grotesk"/>
              </a:rPr>
              <a:t>Classified Document Reference: </a:t>
            </a:r>
            <a:r>
              <a:rPr lang="en-US" sz="1350">
                <a:solidFill>
                  <a:srgbClr val="94A3B8"/>
                </a:solidFill>
                <a:latin typeface="Space Grotesk"/>
                <a:ea typeface="Space Grotesk"/>
                <a:cs typeface="Space Grotesk"/>
                <a:sym typeface="Space Grotesk"/>
              </a:rPr>
              <a:t>CS-NET-DOC-1867</a:t>
            </a:r>
            <a:r>
              <a:rPr lang="en-US" sz="1350" b="0" i="0" u="none" strike="noStrike" cap="none">
                <a:solidFill>
                  <a:srgbClr val="94A3B8"/>
                </a:solidFill>
                <a:latin typeface="Space Grotesk"/>
                <a:ea typeface="Space Grotesk"/>
                <a:cs typeface="Space Grotesk"/>
                <a:sym typeface="Space Grotesk"/>
              </a:rPr>
              <a:t>.</a:t>
            </a:r>
            <a:endParaRPr/>
          </a:p>
        </p:txBody>
      </p:sp>
      <p:sp>
        <p:nvSpPr>
          <p:cNvPr id="9" name="Google Shape;397;p25">
            <a:extLst>
              <a:ext uri="{FF2B5EF4-FFF2-40B4-BE49-F238E27FC236}">
                <a16:creationId xmlns:a16="http://schemas.microsoft.com/office/drawing/2014/main" id="{89A94AF7-6474-13A1-9CA8-C45B09ACB91F}"/>
              </a:ext>
            </a:extLst>
          </p:cNvPr>
          <p:cNvSpPr txBox="1"/>
          <p:nvPr/>
        </p:nvSpPr>
        <p:spPr>
          <a:xfrm>
            <a:off x="6435725" y="4191316"/>
            <a:ext cx="5705475" cy="253916"/>
          </a:xfrm>
          <a:prstGeom prst="rect">
            <a:avLst/>
          </a:prstGeom>
          <a:noFill/>
          <a:ln>
            <a:noFill/>
          </a:ln>
        </p:spPr>
        <p:txBody>
          <a:bodyPr spcFirstLastPara="1" wrap="square" lIns="0" tIns="0" rIns="0" bIns="0" anchor="t" anchorCtr="0">
            <a:spAutoFit/>
          </a:bodyPr>
          <a:lstStyle/>
          <a:p>
            <a:r>
              <a:rPr lang="en-US" sz="1650" b="1">
                <a:solidFill>
                  <a:srgbClr val="38BDF8"/>
                </a:solidFill>
                <a:latin typeface="Rajdhani"/>
                <a:cs typeface="Rajdhani"/>
              </a:rPr>
              <a:t>PERSONAL REFLECTION / JOURNALS</a:t>
            </a:r>
          </a:p>
        </p:txBody>
      </p:sp>
      <p:sp>
        <p:nvSpPr>
          <p:cNvPr id="10" name="Google Shape;398;p25">
            <a:extLst>
              <a:ext uri="{FF2B5EF4-FFF2-40B4-BE49-F238E27FC236}">
                <a16:creationId xmlns:a16="http://schemas.microsoft.com/office/drawing/2014/main" id="{E65432D3-E93A-C9C4-D9F1-E423D9E03017}"/>
              </a:ext>
            </a:extLst>
          </p:cNvPr>
          <p:cNvSpPr txBox="1"/>
          <p:nvPr/>
        </p:nvSpPr>
        <p:spPr>
          <a:xfrm>
            <a:off x="6435725" y="4470716"/>
            <a:ext cx="4914900" cy="415498"/>
          </a:xfrm>
          <a:prstGeom prst="rect">
            <a:avLst/>
          </a:prstGeom>
          <a:noFill/>
          <a:ln>
            <a:noFill/>
          </a:ln>
        </p:spPr>
        <p:txBody>
          <a:bodyPr spcFirstLastPara="1" wrap="square" lIns="0" tIns="0" rIns="0" bIns="0" anchor="t" anchorCtr="0">
            <a:spAutoFit/>
          </a:bodyPr>
          <a:lstStyle/>
          <a:p>
            <a:r>
              <a:rPr lang="en-US" sz="1350">
                <a:solidFill>
                  <a:srgbClr val="CBD5E1"/>
                </a:solidFill>
                <a:sym typeface="Space Grotesk"/>
              </a:rPr>
              <a:t>A reflective personal journal of team's experience throughout the project. </a:t>
            </a:r>
            <a:endParaRPr lang="en-US"/>
          </a:p>
        </p:txBody>
      </p:sp>
      <p:sp>
        <p:nvSpPr>
          <p:cNvPr id="11" name="Google Shape;399;p25">
            <a:extLst>
              <a:ext uri="{FF2B5EF4-FFF2-40B4-BE49-F238E27FC236}">
                <a16:creationId xmlns:a16="http://schemas.microsoft.com/office/drawing/2014/main" id="{DBE1C3F7-3B48-E175-E60E-B96600B461DC}"/>
              </a:ext>
            </a:extLst>
          </p:cNvPr>
          <p:cNvSpPr txBox="1"/>
          <p:nvPr/>
        </p:nvSpPr>
        <p:spPr>
          <a:xfrm>
            <a:off x="6435725" y="5002846"/>
            <a:ext cx="5705475" cy="207749"/>
          </a:xfrm>
          <a:prstGeom prst="rect">
            <a:avLst/>
          </a:prstGeom>
          <a:noFill/>
          <a:ln>
            <a:noFill/>
          </a:ln>
        </p:spPr>
        <p:txBody>
          <a:bodyPr spcFirstLastPara="1" wrap="square" lIns="0" tIns="0" rIns="0" bIns="0" anchor="t" anchorCtr="0">
            <a:spAutoFit/>
          </a:bodyPr>
          <a:lstStyle/>
          <a:p>
            <a:r>
              <a:rPr lang="en-US" sz="1350">
                <a:solidFill>
                  <a:srgbClr val="94A3B8"/>
                </a:solidFill>
                <a:latin typeface="Space Grotesk"/>
                <a:ea typeface="Space Grotesk"/>
                <a:cs typeface="Space Grotesk"/>
                <a:sym typeface="Space Grotesk"/>
              </a:rPr>
              <a:t>Level 9 Clearance required for operational retrieval</a:t>
            </a:r>
            <a:r>
              <a:rPr lang="en-US" sz="1350" b="0" i="0" u="none" strike="noStrike" cap="none">
                <a:solidFill>
                  <a:srgbClr val="94A3B8"/>
                </a:solidFill>
                <a:latin typeface="Space Grotesk"/>
                <a:ea typeface="Space Grotesk"/>
                <a:cs typeface="Space Grotesk"/>
                <a:sym typeface="Space Grotesk"/>
              </a:rPr>
              <a:t>.</a:t>
            </a:r>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30712"/>
        </a:solidFill>
        <a:effectLst/>
      </p:bgPr>
    </p:bg>
    <p:spTree>
      <p:nvGrpSpPr>
        <p:cNvPr id="1" name="Shape 405"/>
        <p:cNvGrpSpPr/>
        <p:nvPr/>
      </p:nvGrpSpPr>
      <p:grpSpPr>
        <a:xfrm>
          <a:off x="0" y="0"/>
          <a:ext cx="0" cy="0"/>
          <a:chOff x="0" y="0"/>
          <a:chExt cx="0" cy="0"/>
        </a:xfrm>
      </p:grpSpPr>
      <p:sp>
        <p:nvSpPr>
          <p:cNvPr id="4" name="Google Shape;384;p25">
            <a:extLst>
              <a:ext uri="{FF2B5EF4-FFF2-40B4-BE49-F238E27FC236}">
                <a16:creationId xmlns:a16="http://schemas.microsoft.com/office/drawing/2014/main" id="{655FE209-3FCC-9AB7-E5DD-DAE94E8574CF}"/>
              </a:ext>
            </a:extLst>
          </p:cNvPr>
          <p:cNvSpPr/>
          <p:nvPr/>
        </p:nvSpPr>
        <p:spPr>
          <a:xfrm>
            <a:off x="4053840" y="521652"/>
            <a:ext cx="7119620" cy="5819775"/>
          </a:xfrm>
          <a:prstGeom prst="roundRect">
            <a:avLst>
              <a:gd name="adj" fmla="val 6703"/>
            </a:avLst>
          </a:prstGeom>
          <a:solidFill>
            <a:srgbClr val="0F172A"/>
          </a:solidFill>
          <a:ln w="9525" cap="flat" cmpd="sng">
            <a:solidFill>
              <a:srgbClr val="1E29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2" name="Picture 1">
            <a:extLst>
              <a:ext uri="{FF2B5EF4-FFF2-40B4-BE49-F238E27FC236}">
                <a16:creationId xmlns:a16="http://schemas.microsoft.com/office/drawing/2014/main" id="{F4DF6BA3-44EC-BAB2-64E5-5F9AF61D153E}"/>
              </a:ext>
            </a:extLst>
          </p:cNvPr>
          <p:cNvPicPr>
            <a:picLocks noChangeAspect="1"/>
          </p:cNvPicPr>
          <p:nvPr/>
        </p:nvPicPr>
        <p:blipFill>
          <a:blip r:embed="rId3"/>
          <a:stretch>
            <a:fillRect/>
          </a:stretch>
        </p:blipFill>
        <p:spPr>
          <a:xfrm>
            <a:off x="4610430" y="904240"/>
            <a:ext cx="6059779" cy="5110480"/>
          </a:xfrm>
          <a:prstGeom prst="rect">
            <a:avLst/>
          </a:prstGeom>
        </p:spPr>
      </p:pic>
      <p:sp>
        <p:nvSpPr>
          <p:cNvPr id="6" name="Google Shape;385;p25">
            <a:extLst>
              <a:ext uri="{FF2B5EF4-FFF2-40B4-BE49-F238E27FC236}">
                <a16:creationId xmlns:a16="http://schemas.microsoft.com/office/drawing/2014/main" id="{D4D6744A-1841-798E-9A47-0F652C5D9812}"/>
              </a:ext>
            </a:extLst>
          </p:cNvPr>
          <p:cNvSpPr/>
          <p:nvPr/>
        </p:nvSpPr>
        <p:spPr>
          <a:xfrm>
            <a:off x="408940" y="867092"/>
            <a:ext cx="2618740" cy="1176655"/>
          </a:xfrm>
          <a:prstGeom prst="roundRect">
            <a:avLst>
              <a:gd name="adj" fmla="val 6703"/>
            </a:avLst>
          </a:prstGeom>
          <a:solidFill>
            <a:srgbClr val="0F172A"/>
          </a:solidFill>
          <a:ln w="9525" cap="flat" cmpd="sng">
            <a:solidFill>
              <a:srgbClr val="1E29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 name="Google Shape;391;p25">
            <a:extLst>
              <a:ext uri="{FF2B5EF4-FFF2-40B4-BE49-F238E27FC236}">
                <a16:creationId xmlns:a16="http://schemas.microsoft.com/office/drawing/2014/main" id="{B90B9459-62D1-425A-9B87-05BDA3CBA997}"/>
              </a:ext>
            </a:extLst>
          </p:cNvPr>
          <p:cNvSpPr txBox="1"/>
          <p:nvPr/>
        </p:nvSpPr>
        <p:spPr>
          <a:xfrm>
            <a:off x="650240" y="1037590"/>
            <a:ext cx="2540000" cy="830997"/>
          </a:xfrm>
          <a:prstGeom prst="rect">
            <a:avLst/>
          </a:prstGeom>
          <a:noFill/>
          <a:ln>
            <a:noFill/>
          </a:ln>
        </p:spPr>
        <p:txBody>
          <a:bodyPr spcFirstLastPara="1" wrap="square" lIns="0" tIns="0" rIns="0" bIns="0" anchor="t" anchorCtr="0">
            <a:spAutoFit/>
          </a:bodyPr>
          <a:lstStyle/>
          <a:p>
            <a:r>
              <a:rPr lang="en-US" sz="2700" b="1">
                <a:solidFill>
                  <a:srgbClr val="FFFFFF"/>
                </a:solidFill>
                <a:latin typeface="Rajdhani"/>
                <a:cs typeface="Rajdhani"/>
                <a:sym typeface="Rajdhani"/>
              </a:rPr>
              <a:t>END OF </a:t>
            </a:r>
            <a:endParaRPr lang="en-US">
              <a:sym typeface="Rajdhani"/>
            </a:endParaRPr>
          </a:p>
          <a:p>
            <a:r>
              <a:rPr lang="en-US" sz="2700" b="1">
                <a:solidFill>
                  <a:srgbClr val="FFFFFF"/>
                </a:solidFill>
                <a:latin typeface="Rajdhani"/>
                <a:cs typeface="Rajdhani"/>
                <a:sym typeface="Rajdhani"/>
              </a:rPr>
              <a:t>PRESENTATION</a:t>
            </a:r>
            <a:endParaRPr lang="en-US"/>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15</Slides>
  <Notes>15</Notes>
  <HiddenSlides>0</HiddenSlide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revision>1</cp:revision>
  <dcterms:modified xsi:type="dcterms:W3CDTF">2026-09-24T09:23:54Z</dcterms:modified>
</cp:coreProperties>
</file>